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10"/>
  </p:notesMasterIdLst>
  <p:sldIdLst>
    <p:sldId id="314" r:id="rId2"/>
    <p:sldId id="306" r:id="rId3"/>
    <p:sldId id="307" r:id="rId4"/>
    <p:sldId id="261" r:id="rId5"/>
    <p:sldId id="308" r:id="rId6"/>
    <p:sldId id="262" r:id="rId7"/>
    <p:sldId id="309" r:id="rId8"/>
    <p:sldId id="267" r:id="rId9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A0A0"/>
    <a:srgbClr val="8A8A8A"/>
    <a:srgbClr val="9E9E9E"/>
    <a:srgbClr val="808080"/>
    <a:srgbClr val="DDDDDD"/>
    <a:srgbClr val="5F5F5F"/>
    <a:srgbClr val="1C1C1C"/>
    <a:srgbClr val="B2B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77" autoAdjust="0"/>
    <p:restoredTop sz="93169" autoAdjust="0"/>
  </p:normalViewPr>
  <p:slideViewPr>
    <p:cSldViewPr showGuides="1">
      <p:cViewPr>
        <p:scale>
          <a:sx n="75" d="100"/>
          <a:sy n="75" d="100"/>
        </p:scale>
        <p:origin x="-2580" y="-6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239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1239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39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fld id="{1AA6A2EA-CFFB-446E-9222-AF7B1DBF649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215815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1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smtClean="0">
              <a:latin typeface="Arial" pitchFamily="34" charset="0"/>
            </a:endParaRPr>
          </a:p>
        </p:txBody>
      </p:sp>
      <p:sp>
        <p:nvSpPr>
          <p:cNvPr id="1741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B338B875-5D1B-4DE1-9764-A143295B28CC}" type="slidenum">
              <a:rPr lang="en-US" altLang="zh-CN"/>
              <a:pPr/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56792D-6DB0-40F7-BD62-005E172B1AE8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136724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EBCF4F5-5DC9-4194-88FC-16D583E26211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504193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EF2468-E040-47E8-B7CE-C33EE9898B22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209332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2A65D78-27E6-4781-BEA2-B6E9C88CA37C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069935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BA5807D-5B13-4FA1-8F45-8EFB130307EB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841139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4580CF-ADAD-4C11-8ED7-EED16974D624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8298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D94196-0E97-4CA0-BA93-3A8C5F64C89C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110085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F6E70E-3431-462E-850F-F2EFE9EECD9C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50899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5FEB56C-F529-4C6D-BF2D-E6FFE5347C77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08916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E544C6-B81C-4B71-88A7-49C1F9C3BF67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421984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83604A-E1BA-4907-A183-E0D6B76F5EBA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64292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VertTx">
  <p:cSld name="标题，剪贴画与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剪贴画占位符 2"/>
          <p:cNvSpPr>
            <a:spLocks noGrp="1"/>
          </p:cNvSpPr>
          <p:nvPr>
            <p:ph type="clipArt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endParaRPr lang="zh-CN" altLang="en-US" noProof="0" smtClean="0"/>
          </a:p>
        </p:txBody>
      </p:sp>
      <p:sp>
        <p:nvSpPr>
          <p:cNvPr id="4" name="竖排文字占位符 3"/>
          <p:cNvSpPr>
            <a:spLocks noGrp="1"/>
          </p:cNvSpPr>
          <p:nvPr>
            <p:ph type="body" orient="vert" sz="half" idx="2"/>
          </p:nvPr>
        </p:nvSpPr>
        <p:spPr>
          <a:xfrm>
            <a:off x="4648200" y="1600200"/>
            <a:ext cx="4038600" cy="4525963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2A37DE-F37C-47CF-B445-F82176A7E18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327018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C369B07-ED34-4B70-952E-299B2194C418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9761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</p:sldLayoutIdLst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3600"/>
            <a:ext cx="7772400" cy="1470025"/>
          </a:xfrm>
        </p:spPr>
        <p:txBody>
          <a:bodyPr>
            <a:normAutofit/>
          </a:bodyPr>
          <a:lstStyle/>
          <a:p>
            <a:r>
              <a:rPr lang="zh-CN" altLang="en-US" sz="5400" dirty="0" smtClean="0">
                <a:latin typeface="隶书" pitchFamily="49" charset="-122"/>
                <a:ea typeface="隶书" pitchFamily="49" charset="-122"/>
              </a:rPr>
              <a:t>摄影大师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smtClean="0"/>
              <a:t>——</a:t>
            </a:r>
            <a:r>
              <a:rPr lang="zh-CN" altLang="en-US" dirty="0" smtClean="0"/>
              <a:t>布勒松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600" dirty="0" smtClean="0"/>
              <a:t>布勒松作品</a:t>
            </a:r>
          </a:p>
        </p:txBody>
      </p:sp>
      <p:sp>
        <p:nvSpPr>
          <p:cNvPr id="3075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Char char="Ø"/>
            </a:pPr>
            <a:r>
              <a:rPr lang="zh-CN" altLang="en-US" sz="2800" dirty="0" smtClean="0"/>
              <a:t>代表作品一</a:t>
            </a:r>
          </a:p>
          <a:p>
            <a:pPr eaLnBrk="1" hangingPunct="1">
              <a:buFont typeface="Wingdings" pitchFamily="2" charset="2"/>
              <a:buChar char="Ø"/>
            </a:pPr>
            <a:r>
              <a:rPr lang="zh-CN" altLang="en-US" sz="2800" dirty="0" smtClean="0"/>
              <a:t>代表作品二</a:t>
            </a:r>
          </a:p>
          <a:p>
            <a:pPr eaLnBrk="1" hangingPunct="1">
              <a:buFont typeface="Wingdings" pitchFamily="2" charset="2"/>
              <a:buChar char="Ø"/>
            </a:pPr>
            <a:r>
              <a:rPr lang="zh-CN" altLang="en-US" sz="2800" dirty="0" smtClean="0"/>
              <a:t>代表作品三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600" smtClean="0"/>
              <a:t>代表作品一</a:t>
            </a:r>
          </a:p>
        </p:txBody>
      </p:sp>
      <p:sp>
        <p:nvSpPr>
          <p:cNvPr id="4098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524000"/>
            <a:ext cx="8229600" cy="4525963"/>
          </a:xfrm>
        </p:spPr>
        <p:txBody>
          <a:bodyPr/>
          <a:lstStyle/>
          <a:p>
            <a:pPr marL="0" indent="0" eaLnBrk="1" hangingPunct="1">
              <a:buClr>
                <a:schemeClr val="tx1"/>
              </a:buClr>
              <a:buFont typeface="Wingdings" pitchFamily="2" charset="2"/>
              <a:buChar char="Ø"/>
            </a:pPr>
            <a:r>
              <a:rPr lang="en-US" altLang="zh-CN" sz="2800" b="1" dirty="0" smtClean="0"/>
              <a:t>     </a:t>
            </a:r>
            <a:r>
              <a:rPr lang="zh-CN" altLang="en-US" sz="2800" dirty="0" smtClean="0"/>
              <a:t>两个男子，一个在布幕的缝隙中偷看街头演出，另一个警惕地扫瞄着周围的情况，以免被人抓住而引起麻烦。照片的精彩部分是这个男子那种特别的眼神</a:t>
            </a:r>
          </a:p>
          <a:p>
            <a:pPr marL="0" indent="0" eaLnBrk="1" hangingPunct="1">
              <a:buClr>
                <a:schemeClr val="tx1"/>
              </a:buClr>
              <a:buFont typeface="Wingdings" pitchFamily="2" charset="2"/>
              <a:buNone/>
            </a:pPr>
            <a:endParaRPr lang="zh-CN" altLang="en-US" sz="2800" dirty="0" smtClean="0"/>
          </a:p>
          <a:p>
            <a:pPr marL="0" indent="0" eaLnBrk="1" hangingPunct="1">
              <a:buClr>
                <a:schemeClr val="tx1"/>
              </a:buClr>
              <a:buFont typeface="Wingdings" pitchFamily="2" charset="2"/>
              <a:buChar char="Ø"/>
            </a:pPr>
            <a:r>
              <a:rPr lang="zh-CN" altLang="en-US" sz="2800" dirty="0" smtClean="0"/>
              <a:t>    布勒松有时被列入“专在街头巷尾抓拍的摄影家”行列，他善于在平常的日常生活中挖掘出不平凡的照片</a:t>
            </a:r>
          </a:p>
          <a:p>
            <a:pPr marL="0" indent="0" eaLnBrk="1" hangingPunct="1"/>
            <a:endParaRPr lang="en-US" altLang="zh-CN" sz="2800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图片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4938" y="1366838"/>
            <a:ext cx="6334125" cy="4124325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600" smtClean="0"/>
              <a:t>代表作品二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Char char="Ø"/>
            </a:pPr>
            <a:r>
              <a:rPr lang="en-US" altLang="zh-CN" sz="2800" smtClean="0"/>
              <a:t>       </a:t>
            </a:r>
            <a:r>
              <a:rPr lang="zh-CN" altLang="en-US" sz="2800" smtClean="0"/>
              <a:t>下一张张照片是布勒松抓拍艺术中代表性名作。在前景中跳跃的男子，其身影恰好跟背后招贴广告中跳跃女郎相似，一前一后，互相呼应，相应成趣。这个拍摄瞬间，也就是布勒松心目中的</a:t>
            </a:r>
            <a:r>
              <a:rPr lang="zh-CN" altLang="en-US" sz="2800" smtClean="0">
                <a:latin typeface="宋体" pitchFamily="2" charset="-122"/>
              </a:rPr>
              <a:t>“</a:t>
            </a:r>
            <a:r>
              <a:rPr lang="zh-CN" altLang="en-US" sz="2800" smtClean="0"/>
              <a:t>决定性的瞬间</a:t>
            </a:r>
            <a:r>
              <a:rPr lang="zh-CN" altLang="en-US" sz="2800" smtClean="0">
                <a:latin typeface="宋体" pitchFamily="2" charset="-122"/>
              </a:rPr>
              <a:t>”</a:t>
            </a:r>
            <a:endParaRPr lang="zh-CN" altLang="en-US" sz="2800" smtClean="0"/>
          </a:p>
          <a:p>
            <a:pPr eaLnBrk="1" hangingPunct="1"/>
            <a:endParaRPr lang="en-US" altLang="zh-CN" sz="280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8" descr="z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304800"/>
            <a:ext cx="4048125" cy="594360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/>
        </p:spPr>
      </p:pic>
      <p:sp>
        <p:nvSpPr>
          <p:cNvPr id="7171" name="Text Box 9"/>
          <p:cNvSpPr txBox="1">
            <a:spLocks noChangeArrowheads="1"/>
          </p:cNvSpPr>
          <p:nvPr/>
        </p:nvSpPr>
        <p:spPr bwMode="auto">
          <a:xfrm>
            <a:off x="7261225" y="3306763"/>
            <a:ext cx="458788" cy="1265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600" smtClean="0"/>
              <a:t>代表作品三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en-US" altLang="zh-CN" sz="2800" smtClean="0"/>
              <a:t>       </a:t>
            </a:r>
            <a:r>
              <a:rPr lang="zh-CN" altLang="en-US" sz="2800" smtClean="0"/>
              <a:t>这张照片的题材并不重大，但却是布勒松的一幅脍炙人口的名作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zh-CN" altLang="en-US" sz="280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zh-CN" altLang="en-US" sz="2800" smtClean="0"/>
              <a:t>       表现一个男孩：两只手里，各抱一个大酒瓶，踌躇满志的走回家去，好象完成了一个光荣而艰巨的任务。照片中的人物，情绪十分自然真实，显示出布勒松熟练的抓拍功夫。抓拍是布勒松一生所坚持的基本手段。他从来不去干涉他的拍摄对象</a:t>
            </a:r>
            <a:br>
              <a:rPr lang="zh-CN" altLang="en-US" sz="2800" smtClean="0"/>
            </a:br>
            <a:endParaRPr lang="zh-CN" altLang="en-US" sz="2800" smtClean="0"/>
          </a:p>
          <a:p>
            <a:pPr eaLnBrk="1" hangingPunct="1">
              <a:lnSpc>
                <a:spcPct val="90000"/>
              </a:lnSpc>
            </a:pPr>
            <a:endParaRPr lang="en-US" altLang="zh-CN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6"/>
          <p:cNvSpPr txBox="1">
            <a:spLocks noChangeArrowheads="1"/>
          </p:cNvSpPr>
          <p:nvPr/>
        </p:nvSpPr>
        <p:spPr bwMode="auto">
          <a:xfrm>
            <a:off x="7261225" y="3306763"/>
            <a:ext cx="458788" cy="1265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9219" name="Text Box 7"/>
          <p:cNvSpPr txBox="1">
            <a:spLocks noChangeArrowheads="1"/>
          </p:cNvSpPr>
          <p:nvPr/>
        </p:nvSpPr>
        <p:spPr bwMode="auto">
          <a:xfrm>
            <a:off x="6877050" y="762000"/>
            <a:ext cx="428625" cy="1426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zh-CN" sz="1600" b="1">
              <a:solidFill>
                <a:srgbClr val="DDDDDD"/>
              </a:solidFill>
            </a:endParaRPr>
          </a:p>
        </p:txBody>
      </p:sp>
      <p:pic>
        <p:nvPicPr>
          <p:cNvPr id="9222" name="Picture 6" descr="图片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571500"/>
            <a:ext cx="3810000" cy="571500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579</TotalTime>
  <Words>258</Words>
  <Application>Microsoft Office PowerPoint</Application>
  <PresentationFormat>全屏显示(4:3)</PresentationFormat>
  <Paragraphs>17</Paragraphs>
  <Slides>8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9" baseType="lpstr">
      <vt:lpstr>Office 主题​​</vt:lpstr>
      <vt:lpstr>摄影大师</vt:lpstr>
      <vt:lpstr>布勒松作品</vt:lpstr>
      <vt:lpstr>代表作品一</vt:lpstr>
      <vt:lpstr>PowerPoint 演示文稿</vt:lpstr>
      <vt:lpstr>代表作品二</vt:lpstr>
      <vt:lpstr>PowerPoint 演示文稿</vt:lpstr>
      <vt:lpstr>代表作品三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keywords>  　       　 　          　        　       　 　   　  　   　</cp:keywords>
  <dc:description>  　       　 　          　        　       　 　   　  　   　</dc:description>
  <cp:lastModifiedBy>微软中国</cp:lastModifiedBy>
  <cp:revision>60</cp:revision>
  <cp:lastPrinted>1601-01-01T00:00:00Z</cp:lastPrinted>
  <dcterms:created xsi:type="dcterms:W3CDTF">1601-01-01T00:00:00Z</dcterms:created>
  <dcterms:modified xsi:type="dcterms:W3CDTF">2015-11-14T13:13:25Z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