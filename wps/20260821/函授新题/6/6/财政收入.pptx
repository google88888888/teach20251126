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5" d="100"/>
          <a:sy n="105" d="100"/>
        </p:scale>
        <p:origin x="-171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662ECA-B5EA-40B8-BE1E-61B669B892C5}" type="datetimeFigureOut">
              <a:rPr lang="zh-CN" altLang="en-US" smtClean="0"/>
              <a:t>2015-11-14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D36D8-48C3-47E7-B7FF-1596EB773D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772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AB6AA-C694-4539-A50C-952C5C18575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3672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8E443-FC7F-4DFD-B2B2-4877A64495B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0419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6C508-A729-42EA-95F0-934529F0360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0933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A04A5-AED7-4D76-BCD5-099FDF935AB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6993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28533-F1F8-44D9-A510-ABAB40E4EF1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4113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67CB-1715-456C-BBF1-19FF7A43F37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829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B8E1-6166-461A-B48E-B3539C37371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1008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2C8B2-BF4E-4A92-B08F-9E97E7099A7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089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04C62-B204-4C66-AD28-1075023A9D8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0891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DC48-7926-4135-AEC1-C8B3C7D7D10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2198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0F0A3-C902-4928-A898-27679A02361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6429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20FC0-1B3C-4111-886F-5D990C447CA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976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黑体" pitchFamily="2" charset="-122"/>
                <a:ea typeface="黑体" pitchFamily="2" charset="-122"/>
              </a:rPr>
              <a:t>财政收入</a:t>
            </a:r>
            <a:endParaRPr lang="zh-CN" altLang="en-US" sz="60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钱从哪里来</a:t>
            </a:r>
            <a:r>
              <a:rPr lang="en-US" altLang="zh-CN" dirty="0"/>
              <a:t>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财政收入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/>
            <a:r>
              <a:rPr lang="zh-CN" altLang="en-US"/>
              <a:t>定义：</a:t>
            </a:r>
          </a:p>
          <a:p>
            <a:pPr marL="609600" indent="-609600">
              <a:buFontTx/>
              <a:buNone/>
            </a:pPr>
            <a:r>
              <a:rPr lang="en-US" altLang="zh-CN"/>
              <a:t>——</a:t>
            </a:r>
            <a:r>
              <a:rPr lang="zh-CN" altLang="en-US"/>
              <a:t>国家通过一定的形式和渠道集中起来的资金，在市场经济条件下表现为组织收入、筹集资金的过程。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000" dirty="0"/>
              <a:t>财政收入的形式</a:t>
            </a:r>
            <a:br>
              <a:rPr lang="zh-CN" altLang="en-US" sz="4000" dirty="0"/>
            </a:br>
            <a:endParaRPr lang="zh-CN" altLang="en-US" sz="4000" dirty="0"/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dirty="0" smtClean="0"/>
              <a:t>利润收入（利）</a:t>
            </a:r>
            <a:endParaRPr lang="zh-CN" dirty="0"/>
          </a:p>
          <a:p>
            <a:pPr lvl="1"/>
            <a:r>
              <a:rPr lang="zh-CN" dirty="0" smtClean="0"/>
              <a:t>税收收入（税）</a:t>
            </a:r>
            <a:endParaRPr lang="zh-CN" dirty="0"/>
          </a:p>
          <a:p>
            <a:pPr lvl="1"/>
            <a:r>
              <a:rPr lang="zh-CN" dirty="0" smtClean="0"/>
              <a:t>债务收入（债）</a:t>
            </a:r>
            <a:endParaRPr lang="zh-CN" dirty="0"/>
          </a:p>
          <a:p>
            <a:pPr lvl="1"/>
            <a:r>
              <a:rPr lang="zh-CN" dirty="0" smtClean="0"/>
              <a:t>其他收入（费）</a:t>
            </a:r>
            <a:endParaRPr 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税收收入（税） </a:t>
            </a:r>
          </a:p>
        </p:txBody>
      </p:sp>
      <p:pic>
        <p:nvPicPr>
          <p:cNvPr id="8" name="Picture 4" descr="税收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8762" y="2815431"/>
            <a:ext cx="1895475" cy="2095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5"/>
          <p:cNvSpPr>
            <a:spLocks noGrp="1" noChangeArrowheads="1"/>
          </p:cNvSpPr>
          <p:nvPr>
            <p:ph sz="half" idx="2"/>
          </p:nvPr>
        </p:nvSpPr>
        <p:spPr bwMode="auto"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华文行楷" pitchFamily="2" charset="-122"/>
              </a:rPr>
              <a:t>取之于民</a:t>
            </a:r>
          </a:p>
          <a:p>
            <a:pPr algn="ctr"/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华文行楷" pitchFamily="2" charset="-122"/>
              </a:rPr>
              <a:t>用之于民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09600" indent="-609600"/>
            <a:r>
              <a:rPr lang="zh-CN" altLang="en-US" dirty="0"/>
              <a:t>利润收入（利）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利润</a:t>
            </a:r>
            <a:r>
              <a:rPr lang="zh-CN" altLang="en-US" dirty="0"/>
              <a:t>、租金、股利</a:t>
            </a:r>
          </a:p>
          <a:p>
            <a:r>
              <a:rPr lang="zh-CN" altLang="en-US" dirty="0" smtClean="0"/>
              <a:t>产权</a:t>
            </a:r>
            <a:r>
              <a:rPr lang="zh-CN" altLang="en-US" dirty="0"/>
              <a:t>转让</a:t>
            </a:r>
            <a:r>
              <a:rPr lang="zh-CN" altLang="en-US" dirty="0" smtClean="0"/>
              <a:t>收入</a:t>
            </a:r>
          </a:p>
          <a:p>
            <a:r>
              <a:rPr lang="en-US" altLang="zh-CN" dirty="0" smtClean="0"/>
              <a:t>······</a:t>
            </a:r>
          </a:p>
          <a:p>
            <a:pPr marL="609600" indent="-609600"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09600" indent="-609600"/>
            <a:r>
              <a:rPr lang="zh-CN" altLang="en-US" dirty="0"/>
              <a:t>债务收入（债）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 smtClean="0"/>
              <a:t>国库券</a:t>
            </a:r>
            <a:endParaRPr lang="zh-CN" altLang="en-US" dirty="0"/>
          </a:p>
          <a:p>
            <a:r>
              <a:rPr lang="zh-CN" altLang="en-US" dirty="0" smtClean="0"/>
              <a:t>经济</a:t>
            </a:r>
            <a:r>
              <a:rPr lang="zh-CN" altLang="en-US" dirty="0"/>
              <a:t>建设券</a:t>
            </a:r>
          </a:p>
          <a:p>
            <a:r>
              <a:rPr lang="zh-CN" altLang="en-US" dirty="0" smtClean="0"/>
              <a:t>外国债券</a:t>
            </a:r>
            <a:endParaRPr lang="zh-CN" altLang="en-US" dirty="0"/>
          </a:p>
          <a:p>
            <a:r>
              <a:rPr lang="en-US" altLang="zh-CN" dirty="0" smtClean="0"/>
              <a:t>······</a:t>
            </a:r>
            <a:endParaRPr lang="en-US" altLang="zh-CN" dirty="0"/>
          </a:p>
          <a:p>
            <a:pPr marL="609600" indent="-609600">
              <a:buFontTx/>
              <a:buNone/>
            </a:pP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内容占位符 7"/>
          <p:cNvPicPr>
            <a:picLocks noGrp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579" y="2801783"/>
            <a:ext cx="3144393" cy="24007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其他收入（费）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服务费</a:t>
            </a:r>
            <a:r>
              <a:rPr lang="zh-CN" altLang="en-US" dirty="0"/>
              <a:t>、罚款、没收财产</a:t>
            </a:r>
          </a:p>
          <a:p>
            <a:pPr lvl="1"/>
            <a:r>
              <a:rPr lang="zh-CN" altLang="en-US" dirty="0" smtClean="0"/>
              <a:t>工商</a:t>
            </a:r>
            <a:r>
              <a:rPr lang="zh-CN" altLang="en-US" dirty="0"/>
              <a:t>登记</a:t>
            </a:r>
          </a:p>
          <a:p>
            <a:pPr lvl="1"/>
            <a:r>
              <a:rPr lang="zh-CN" altLang="en-US" dirty="0" smtClean="0"/>
              <a:t>商标</a:t>
            </a:r>
            <a:r>
              <a:rPr lang="zh-CN" altLang="en-US" dirty="0"/>
              <a:t>注册</a:t>
            </a:r>
          </a:p>
          <a:p>
            <a:pPr lvl="1"/>
            <a:r>
              <a:rPr lang="zh-CN" altLang="en-US" dirty="0" smtClean="0"/>
              <a:t>户口</a:t>
            </a:r>
            <a:r>
              <a:rPr lang="zh-CN" altLang="en-US" dirty="0"/>
              <a:t>登记</a:t>
            </a:r>
          </a:p>
          <a:p>
            <a:pPr lvl="1"/>
            <a:r>
              <a:rPr lang="zh-CN" altLang="en-US" dirty="0" smtClean="0"/>
              <a:t>商品</a:t>
            </a:r>
            <a:r>
              <a:rPr lang="zh-CN" altLang="en-US" dirty="0"/>
              <a:t>检验</a:t>
            </a:r>
          </a:p>
          <a:p>
            <a:pPr lvl="1"/>
            <a:r>
              <a:rPr lang="en-US" altLang="zh-CN" dirty="0" smtClean="0"/>
              <a:t>······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117</Words>
  <Application>Microsoft Office PowerPoint</Application>
  <PresentationFormat>全屏显示(4:3)</PresentationFormat>
  <Paragraphs>29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主题​​</vt:lpstr>
      <vt:lpstr>财政收入</vt:lpstr>
      <vt:lpstr>财政收入</vt:lpstr>
      <vt:lpstr>财政收入的形式 </vt:lpstr>
      <vt:lpstr>税收收入（税） </vt:lpstr>
      <vt:lpstr>利润收入（利）</vt:lpstr>
      <vt:lpstr>债务收入（债）</vt:lpstr>
      <vt:lpstr>其他收入（费）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财政收入</dc:title>
  <dc:creator>User</dc:creator>
  <cp:keywords>  　       　 　          　        　       　 　   　  　   　</cp:keywords>
  <dc:description>  　       　 　          　        　       　 　   　  　   　</dc:description>
  <cp:lastModifiedBy>微软中国</cp:lastModifiedBy>
  <cp:revision>34</cp:revision>
  <dcterms:created xsi:type="dcterms:W3CDTF">2013-11-24T02:10:58Z</dcterms:created>
  <dcterms:modified xsi:type="dcterms:W3CDTF">2015-11-14T12:44:25Z</dcterms:modified>
</cp:coreProperties>
</file>