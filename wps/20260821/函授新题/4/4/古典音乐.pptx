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9" r:id="rId3"/>
    <p:sldId id="257" r:id="rId4"/>
    <p:sldId id="264" r:id="rId5"/>
    <p:sldId id="266" r:id="rId6"/>
    <p:sldId id="258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4" autoAdjust="0"/>
    <p:restoredTop sz="94747" autoAdjust="0"/>
  </p:normalViewPr>
  <p:slideViewPr>
    <p:cSldViewPr showGuides="1">
      <p:cViewPr varScale="1">
        <p:scale>
          <a:sx n="105" d="100"/>
          <a:sy n="105" d="100"/>
        </p:scale>
        <p:origin x="-171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7C0DCB0-4034-44E2-B267-A23517EC7B85}" type="datetimeFigureOut">
              <a:rPr lang="zh-CN" altLang="en-US"/>
              <a:pPr>
                <a:defRPr/>
              </a:pPr>
              <a:t>2015-11-14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2E401BC-2EF1-4912-A9AD-4A8847E3887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59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87A42F-3503-4350-A81D-0BD3638895CA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487A07-C20B-46C5-A95A-70E348E4008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6724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D03E80-F92E-405D-BE59-855D4664EB92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10DA4-A0C9-4A77-8339-A8303E66701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4193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D871E7-99E1-4D20-83DE-9C2E99EC7F2A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211FD-5571-441D-8F89-95FDDDE407B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93320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034355-2012-4B88-952C-C778C7A39A75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34498B-06D7-4873-A69A-2092B0335F7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993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99DC23-D4B2-41BF-9F62-1109F31ADCA5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9B828A-6DB0-4C42-8732-54D2BC39960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1139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F2F2E0-1202-48C7-B632-868A4DB63EB9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94D251-F83E-461D-8CB9-F0010D25052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82989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BCA4A5-4337-440A-8E8D-E0E93A3BE887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93371A-9BCF-4656-BC3D-261F28CD995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0850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1F4C4F-BEA8-4031-9A4E-3FA2F697720D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07E165-E75F-455A-B46F-3B21AE8C456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899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8FF83B-9DCB-410A-A343-928A81102557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71DEDE-1AA8-43E3-A6DE-A6F4C9B1494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89169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1973F9-400D-43F3-943E-A91F0B142F6A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23583-D69B-4AD2-8E6B-7E1D834603B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1984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4D5C34-D83C-4D99-89F1-090EE04C1139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438D74-7097-4D48-A191-18F1FD163DD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642927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FACFB0-95A4-436B-A841-E6744FE08BDF}" type="datetime1">
              <a:rPr lang="zh-CN" altLang="en-US" smtClean="0"/>
              <a:t>2015-11-14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F5625ED-91C2-45E0-B11D-7BEB0783522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76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2133600"/>
            <a:ext cx="7772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54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54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古典音乐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——</a:t>
            </a:r>
            <a:r>
              <a:rPr lang="zh-CN" altLang="en-US" smtClean="0"/>
              <a:t>浪漫主义风格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浪漫主义风格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在音乐体裁上出现了新的器乐独奏体裁，如夜曲，即兴曲，叙事曲，谐谑曲，幻想曲与无词歌等</a:t>
            </a:r>
            <a:endParaRPr lang="en-US" altLang="zh-CN" sz="28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 smtClean="0"/>
              <a:t>。此时期作品风情万种，各自独具特色，入门曲目有舒伯特艺术歌曲精选、</a:t>
            </a:r>
            <a:r>
              <a:rPr lang="en-US" altLang="zh-CN" sz="2800" dirty="0" smtClean="0"/>
              <a:t>《</a:t>
            </a:r>
            <a:r>
              <a:rPr lang="zh-CN" altLang="en-US" sz="2800" dirty="0" smtClean="0"/>
              <a:t>美丽的磨坊少女</a:t>
            </a:r>
            <a:r>
              <a:rPr lang="en-US" altLang="zh-CN" sz="2800" dirty="0" smtClean="0"/>
              <a:t>》</a:t>
            </a:r>
            <a:r>
              <a:rPr lang="zh-CN" altLang="en-US" sz="2800" dirty="0" smtClean="0"/>
              <a:t>；肖邦夜曲、钢琴协奏曲第二号</a:t>
            </a:r>
          </a:p>
        </p:txBody>
      </p:sp>
      <p:pic>
        <p:nvPicPr>
          <p:cNvPr id="2" name="图片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000" y="4020417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浪漫主义风格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dirty="0" smtClean="0"/>
              <a:t>这一时期的音乐更注重表达人的精神境界与主观感情，对自然景物的表现也愈加突出，创作上对民族和民间音乐的利用更加重视与频繁。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CN" sz="2800" dirty="0" smtClean="0"/>
              <a:t>19</a:t>
            </a:r>
            <a:r>
              <a:rPr lang="zh-CN" altLang="en-US" sz="2800" dirty="0" smtClean="0"/>
              <a:t>世纪中后期出现了以振兴本民族音乐为己任的民族乐派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浪漫主义风格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门德尔松小提琴协奏曲、钢琴协奏曲第一、二号；华格纳歌剧序曲集；布拉姆斯交响曲第一、三号；柴可夫斯基小提琴协奏曲、钢琴协奏曲第一号；拉赫曼尼诺夫钢琴协奏曲第二号、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帕格尼尼主题与变奏</a:t>
            </a:r>
            <a:r>
              <a:rPr lang="en-US" altLang="zh-CN" sz="2800" smtClean="0"/>
              <a:t>》</a:t>
            </a:r>
            <a:r>
              <a:rPr lang="zh-CN" altLang="en-US" sz="2800" smtClean="0"/>
              <a:t>；拉罗</a:t>
            </a:r>
            <a:r>
              <a:rPr lang="en-US" altLang="zh-CN" sz="2800" smtClean="0"/>
              <a:t>《</a:t>
            </a:r>
            <a:r>
              <a:rPr lang="zh-CN" altLang="en-US" sz="2800" smtClean="0"/>
              <a:t>西班牙交响曲</a:t>
            </a:r>
            <a:r>
              <a:rPr lang="en-US" altLang="zh-CN" sz="2800" smtClean="0"/>
              <a:t>》</a:t>
            </a:r>
            <a:r>
              <a:rPr lang="zh-CN" altLang="en-US" sz="2800" smtClean="0"/>
              <a:t>；拉威尔钢琴协奏曲</a:t>
            </a:r>
            <a:r>
              <a:rPr lang="en-US" altLang="zh-CN" sz="2800" smtClean="0"/>
              <a:t>G</a:t>
            </a:r>
            <a:r>
              <a:rPr lang="zh-CN" altLang="en-US" sz="2800" smtClean="0"/>
              <a:t>大调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43000"/>
          </a:xfrm>
        </p:spPr>
        <p:txBody>
          <a:bodyPr/>
          <a:lstStyle/>
          <a:p>
            <a:pPr algn="l" eaLnBrk="1" hangingPunct="1"/>
            <a:r>
              <a:rPr lang="zh-CN" altLang="en-US" sz="3600" smtClean="0"/>
              <a:t>浪漫主义代表人物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帕格尼尼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罗西尼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威尔第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舒曼</a:t>
            </a:r>
          </a:p>
          <a:p>
            <a:pPr eaLnBrk="1" hangingPunct="1">
              <a:buFont typeface="Wingdings" pitchFamily="2" charset="2"/>
              <a:buChar char="n"/>
            </a:pPr>
            <a:r>
              <a:rPr lang="zh-CN" altLang="en-US" sz="2800" dirty="0" smtClean="0"/>
              <a:t>肖邦</a:t>
            </a:r>
          </a:p>
          <a:p>
            <a:pPr eaLnBrk="1" hangingPunct="1">
              <a:buFont typeface="Wingdings" pitchFamily="2" charset="2"/>
              <a:buChar char="n"/>
            </a:pPr>
            <a:endParaRPr lang="en-US" altLang="zh-CN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帕格尼尼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意大利小提琴家、作曲家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代表曲目有：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二十四首无伴奏小提琴随想曲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2.</a:t>
            </a:r>
            <a:r>
              <a:rPr lang="zh-CN" altLang="en-US" sz="2800" smtClean="0"/>
              <a:t>第一、二号小提琴协奏曲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3.</a:t>
            </a:r>
            <a:r>
              <a:rPr lang="zh-CN" altLang="en-US" sz="2800" smtClean="0"/>
              <a:t>摩西幻想曲 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4.《</a:t>
            </a:r>
            <a:r>
              <a:rPr lang="zh-CN" altLang="en-US" sz="2800" smtClean="0"/>
              <a:t>心中类乱</a:t>
            </a:r>
            <a:r>
              <a:rPr lang="en-US" altLang="zh-CN" sz="2800" smtClean="0"/>
              <a:t>》</a:t>
            </a:r>
            <a:r>
              <a:rPr lang="zh-CN" altLang="en-US" sz="2800" smtClean="0"/>
              <a:t>主题变奏曲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罗西尼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意大利歌剧作曲家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代表曲目：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歌剧序曲选辑</a:t>
            </a:r>
          </a:p>
          <a:p>
            <a:pPr eaLnBrk="1" hangingPunct="1">
              <a:buFontTx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2.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塞维亚的理发师</a:t>
            </a:r>
            <a:r>
              <a:rPr lang="en-US" altLang="zh-CN" sz="2800" smtClean="0"/>
              <a:t>》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           3.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赛米拉密德</a:t>
            </a:r>
            <a:r>
              <a:rPr lang="en-US" altLang="zh-CN" sz="2800" smtClean="0"/>
              <a:t>》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           4.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灰姑娘</a:t>
            </a:r>
            <a:r>
              <a:rPr lang="en-US" altLang="zh-CN" sz="2800" smtClean="0"/>
              <a:t>》</a:t>
            </a:r>
          </a:p>
          <a:p>
            <a:pPr eaLnBrk="1" hangingPunct="1">
              <a:buFontTx/>
              <a:buNone/>
            </a:pPr>
            <a:r>
              <a:rPr lang="en-US" altLang="zh-CN" sz="2800" smtClean="0"/>
              <a:t>           5.</a:t>
            </a:r>
            <a:r>
              <a:rPr lang="zh-CN" altLang="en-US" sz="2800" smtClean="0"/>
              <a:t>弦乐奏鸣曲（共六首）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威尔第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意大利歌剧作曲家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smtClean="0"/>
              <a:t>代表曲目：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茶花女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2.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阿伊达 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3.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奥泰罗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	        4.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麦克白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		  5.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游唱诗人</a:t>
            </a:r>
            <a:r>
              <a:rPr lang="en-US" altLang="zh-CN" sz="2800" smtClean="0"/>
              <a:t>》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6.</a:t>
            </a:r>
            <a:r>
              <a:rPr lang="zh-CN" altLang="en-US" sz="2800" smtClean="0"/>
              <a:t>歌剧</a:t>
            </a:r>
            <a:r>
              <a:rPr lang="en-US" altLang="zh-CN" sz="2800" smtClean="0"/>
              <a:t>《</a:t>
            </a:r>
            <a:r>
              <a:rPr lang="zh-CN" altLang="en-US" sz="2800" smtClean="0"/>
              <a:t>命运之力</a:t>
            </a:r>
            <a:r>
              <a:rPr lang="en-US" altLang="zh-CN" sz="2800" smtClean="0"/>
              <a:t>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smtClean="0"/>
              <a:t>舒曼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smtClean="0"/>
              <a:t>德国作曲家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sz="2800" smtClean="0"/>
              <a:t>代表曲目：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1.</a:t>
            </a:r>
            <a:r>
              <a:rPr lang="zh-CN" altLang="en-US" sz="2800" smtClean="0"/>
              <a:t>五首民谣式作品（大提琴与钢琴）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2.</a:t>
            </a:r>
            <a:r>
              <a:rPr lang="zh-CN" altLang="en-US" sz="2800" smtClean="0"/>
              <a:t>小提琴奏鸣曲（二首 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smtClean="0"/>
              <a:t>           </a:t>
            </a:r>
            <a:r>
              <a:rPr lang="en-US" altLang="zh-CN" sz="2800" smtClean="0"/>
              <a:t>3.C</a:t>
            </a:r>
            <a:r>
              <a:rPr lang="zh-CN" altLang="en-US" sz="2800" smtClean="0"/>
              <a:t>大调幻想曲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smtClean="0"/>
              <a:t>肖邦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idx="1"/>
          </p:nvPr>
        </p:nvSpPr>
        <p:spPr>
          <a:xfrm>
            <a:off x="395288" y="16287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dirty="0" smtClean="0"/>
              <a:t>波兰钢琴家、作曲家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zh-CN" altLang="en-US" dirty="0" smtClean="0"/>
              <a:t>代表曲目：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1.</a:t>
            </a:r>
            <a:r>
              <a:rPr lang="zh-CN" altLang="en-US" dirty="0" smtClean="0"/>
              <a:t>第一、二号钢琴协奏曲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2.</a:t>
            </a:r>
            <a:r>
              <a:rPr lang="zh-CN" altLang="en-US" dirty="0" smtClean="0"/>
              <a:t>练习曲（二七首）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3.</a:t>
            </a:r>
            <a:r>
              <a:rPr lang="zh-CN" altLang="en-US" dirty="0" smtClean="0"/>
              <a:t>前奏曲（二六首）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4.</a:t>
            </a:r>
            <a:r>
              <a:rPr lang="zh-CN" altLang="en-US" dirty="0" smtClean="0"/>
              <a:t>圆舞曲（十四首）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5.</a:t>
            </a:r>
            <a:r>
              <a:rPr lang="zh-CN" altLang="en-US" dirty="0" smtClean="0"/>
              <a:t>夜曲（二一首）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/>
              <a:t>       </a:t>
            </a:r>
            <a:r>
              <a:rPr lang="en-US" altLang="zh-CN" dirty="0" smtClean="0"/>
              <a:t>6.</a:t>
            </a:r>
            <a:r>
              <a:rPr lang="zh-CN" altLang="en-US" dirty="0" smtClean="0"/>
              <a:t>钢琴奏鸣曲第二、三号</a:t>
            </a:r>
          </a:p>
        </p:txBody>
      </p:sp>
      <p:sp>
        <p:nvSpPr>
          <p:cNvPr id="2" name="动作按钮: 第一张 1">
            <a:hlinkClick r:id="" action="ppaction://hlinkshowjump?jump=firstslide" highlightClick="1"/>
          </p:cNvPr>
          <p:cNvSpPr/>
          <p:nvPr/>
        </p:nvSpPr>
        <p:spPr>
          <a:xfrm>
            <a:off x="7452320" y="6309320"/>
            <a:ext cx="792088" cy="432048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2303</TotalTime>
  <Words>416</Words>
  <Application>Microsoft Office PowerPoint</Application>
  <PresentationFormat>全屏显示(4:3)</PresentationFormat>
  <Paragraphs>55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主题​​</vt:lpstr>
      <vt:lpstr> 古典音乐</vt:lpstr>
      <vt:lpstr>浪漫主义风格</vt:lpstr>
      <vt:lpstr>浪漫主义风格</vt:lpstr>
      <vt:lpstr>浪漫主义风格</vt:lpstr>
      <vt:lpstr>浪漫主义代表人物</vt:lpstr>
      <vt:lpstr>帕格尼尼</vt:lpstr>
      <vt:lpstr>罗西尼</vt:lpstr>
      <vt:lpstr>威尔第</vt:lpstr>
      <vt:lpstr>舒曼</vt:lpstr>
      <vt:lpstr>肖邦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古典音乐</dc:title>
  <dc:creator>MC SYSTEM</dc:creator>
  <cp:keywords>  　       　 　          　        　       　 　   　  　     　</cp:keywords>
  <dc:description>  　       　 　          　        　       　 　   　  　     　</dc:description>
  <cp:lastModifiedBy>微软中国</cp:lastModifiedBy>
  <cp:revision>30</cp:revision>
  <dcterms:created xsi:type="dcterms:W3CDTF">2014-06-20T04:15:27Z</dcterms:created>
  <dcterms:modified xsi:type="dcterms:W3CDTF">2015-11-14T13:06:43Z</dcterms:modified>
</cp:coreProperties>
</file>