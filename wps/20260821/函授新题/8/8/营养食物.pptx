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id" ContentType="audi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29" autoAdjust="0"/>
  </p:normalViewPr>
  <p:slideViewPr>
    <p:cSldViewPr showGuides="1">
      <p:cViewPr varScale="1">
        <p:scale>
          <a:sx n="78" d="100"/>
          <a:sy n="78" d="100"/>
        </p:scale>
        <p:origin x="-24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" Target="../slides/slide9.xml"/><Relationship Id="rId7" Type="http://schemas.openxmlformats.org/officeDocument/2006/relationships/image" Target="../media/image5.png"/><Relationship Id="rId2" Type="http://schemas.openxmlformats.org/officeDocument/2006/relationships/slide" Target="../slides/slide7.xml"/><Relationship Id="rId1" Type="http://schemas.openxmlformats.org/officeDocument/2006/relationships/slide" Target="../slides/slide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slide" Target="../slides/slide10.xml"/><Relationship Id="rId9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B9F4B0-8CE7-4E45-865F-465CEC5B3A8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9BFDB5D-B53E-4673-8246-D537F5744208}">
      <dgm:prSet/>
      <dgm:spPr/>
      <dgm:t>
        <a:bodyPr/>
        <a:lstStyle/>
        <a:p>
          <a:pPr rtl="0"/>
          <a:r>
            <a:rPr lang="zh-CN" baseline="0" dirty="0" smtClean="0">
              <a:hlinkClick xmlns:r="http://schemas.openxmlformats.org/officeDocument/2006/relationships" r:id="rId1" action="ppaction://hlinksldjump"/>
            </a:rPr>
            <a:t>糙米</a:t>
          </a:r>
          <a:endParaRPr lang="zh-CN" dirty="0"/>
        </a:p>
      </dgm:t>
    </dgm:pt>
    <dgm:pt modelId="{B0CEB603-EEC3-430A-A6B8-CD24D89969E3}" type="parTrans" cxnId="{B6D03F57-20B1-477D-B601-3DBE7BF8D320}">
      <dgm:prSet/>
      <dgm:spPr/>
      <dgm:t>
        <a:bodyPr/>
        <a:lstStyle/>
        <a:p>
          <a:endParaRPr lang="zh-CN" altLang="en-US"/>
        </a:p>
      </dgm:t>
    </dgm:pt>
    <dgm:pt modelId="{A8C20687-B126-4BA7-8104-0E7CDEC6EC67}" type="sibTrans" cxnId="{B6D03F57-20B1-477D-B601-3DBE7BF8D320}">
      <dgm:prSet/>
      <dgm:spPr/>
      <dgm:t>
        <a:bodyPr/>
        <a:lstStyle/>
        <a:p>
          <a:endParaRPr lang="zh-CN" altLang="en-US"/>
        </a:p>
      </dgm:t>
    </dgm:pt>
    <dgm:pt modelId="{79833615-B7D7-4DBF-A96B-299A934B9524}">
      <dgm:prSet/>
      <dgm:spPr/>
      <dgm:t>
        <a:bodyPr/>
        <a:lstStyle/>
        <a:p>
          <a:pPr rtl="0"/>
          <a:r>
            <a:rPr lang="zh-CN" baseline="0" dirty="0" smtClean="0"/>
            <a:t>红薯</a:t>
          </a:r>
          <a:endParaRPr lang="zh-CN" dirty="0"/>
        </a:p>
      </dgm:t>
    </dgm:pt>
    <dgm:pt modelId="{713EE7FA-F39A-44D4-B608-94929E18C43F}" type="parTrans" cxnId="{34C299E5-C6D5-4176-AFBE-1D1BC8B6E6B6}">
      <dgm:prSet/>
      <dgm:spPr/>
      <dgm:t>
        <a:bodyPr/>
        <a:lstStyle/>
        <a:p>
          <a:endParaRPr lang="zh-CN" altLang="en-US"/>
        </a:p>
      </dgm:t>
    </dgm:pt>
    <dgm:pt modelId="{580704DA-CA53-4193-B72A-966BD5DBD860}" type="sibTrans" cxnId="{34C299E5-C6D5-4176-AFBE-1D1BC8B6E6B6}">
      <dgm:prSet/>
      <dgm:spPr/>
      <dgm:t>
        <a:bodyPr/>
        <a:lstStyle/>
        <a:p>
          <a:endParaRPr lang="zh-CN" altLang="en-US"/>
        </a:p>
      </dgm:t>
    </dgm:pt>
    <dgm:pt modelId="{3F3A95FF-552D-457C-BD22-F27B998542D0}">
      <dgm:prSet/>
      <dgm:spPr/>
      <dgm:t>
        <a:bodyPr/>
        <a:lstStyle/>
        <a:p>
          <a:pPr rtl="0"/>
          <a:r>
            <a:rPr lang="zh-CN" baseline="0" dirty="0" smtClean="0"/>
            <a:t>红薯叶</a:t>
          </a:r>
          <a:endParaRPr lang="zh-CN" dirty="0"/>
        </a:p>
      </dgm:t>
    </dgm:pt>
    <dgm:pt modelId="{9C6A3FDB-947B-4F37-ACCA-2FACF72EA195}" type="parTrans" cxnId="{784F51DA-F1DA-4A36-8E81-CF381364D725}">
      <dgm:prSet/>
      <dgm:spPr/>
      <dgm:t>
        <a:bodyPr/>
        <a:lstStyle/>
        <a:p>
          <a:endParaRPr lang="zh-CN" altLang="en-US"/>
        </a:p>
      </dgm:t>
    </dgm:pt>
    <dgm:pt modelId="{C7BCB617-5C3C-4A9D-814A-6FC4A64D668A}" type="sibTrans" cxnId="{784F51DA-F1DA-4A36-8E81-CF381364D725}">
      <dgm:prSet/>
      <dgm:spPr/>
      <dgm:t>
        <a:bodyPr/>
        <a:lstStyle/>
        <a:p>
          <a:endParaRPr lang="zh-CN" altLang="en-US"/>
        </a:p>
      </dgm:t>
    </dgm:pt>
    <dgm:pt modelId="{E9430FBC-F258-4CE8-80B4-91DA7348DA56}">
      <dgm:prSet/>
      <dgm:spPr/>
      <dgm:t>
        <a:bodyPr/>
        <a:lstStyle/>
        <a:p>
          <a:pPr rtl="0"/>
          <a:r>
            <a:rPr lang="zh-CN" baseline="0" dirty="0" smtClean="0">
              <a:hlinkClick xmlns:r="http://schemas.openxmlformats.org/officeDocument/2006/relationships" r:id="rId2" action="ppaction://hlinksldjump"/>
            </a:rPr>
            <a:t>番茄</a:t>
          </a:r>
          <a:endParaRPr lang="zh-CN" dirty="0"/>
        </a:p>
      </dgm:t>
    </dgm:pt>
    <dgm:pt modelId="{F8E80FDF-EDAB-4CD0-A139-8477A10FC49B}" type="parTrans" cxnId="{77933C39-F81C-47B6-95B5-E6ED9967F658}">
      <dgm:prSet/>
      <dgm:spPr/>
      <dgm:t>
        <a:bodyPr/>
        <a:lstStyle/>
        <a:p>
          <a:endParaRPr lang="zh-CN" altLang="en-US"/>
        </a:p>
      </dgm:t>
    </dgm:pt>
    <dgm:pt modelId="{C67819E0-6C4F-487C-A210-94681A7AD168}" type="sibTrans" cxnId="{77933C39-F81C-47B6-95B5-E6ED9967F658}">
      <dgm:prSet/>
      <dgm:spPr/>
      <dgm:t>
        <a:bodyPr/>
        <a:lstStyle/>
        <a:p>
          <a:endParaRPr lang="zh-CN" altLang="en-US"/>
        </a:p>
      </dgm:t>
    </dgm:pt>
    <dgm:pt modelId="{476202E9-E454-41D6-8397-76ECD669BD17}">
      <dgm:prSet/>
      <dgm:spPr/>
      <dgm:t>
        <a:bodyPr/>
        <a:lstStyle/>
        <a:p>
          <a:pPr rtl="0"/>
          <a:r>
            <a:rPr lang="zh-CN" baseline="0" dirty="0" smtClean="0"/>
            <a:t>卷心菜</a:t>
          </a:r>
          <a:endParaRPr lang="zh-CN" dirty="0"/>
        </a:p>
      </dgm:t>
    </dgm:pt>
    <dgm:pt modelId="{871FE1C4-D64B-4283-B740-BF26F2E132B6}" type="parTrans" cxnId="{3692FC3A-6163-4B88-8A1C-F7953ED48BB2}">
      <dgm:prSet/>
      <dgm:spPr/>
      <dgm:t>
        <a:bodyPr/>
        <a:lstStyle/>
        <a:p>
          <a:endParaRPr lang="zh-CN" altLang="en-US"/>
        </a:p>
      </dgm:t>
    </dgm:pt>
    <dgm:pt modelId="{95968ED1-04BC-404C-82D2-3EA2DDAAAD45}" type="sibTrans" cxnId="{3692FC3A-6163-4B88-8A1C-F7953ED48BB2}">
      <dgm:prSet/>
      <dgm:spPr/>
      <dgm:t>
        <a:bodyPr/>
        <a:lstStyle/>
        <a:p>
          <a:endParaRPr lang="zh-CN" altLang="en-US"/>
        </a:p>
      </dgm:t>
    </dgm:pt>
    <dgm:pt modelId="{B6348B30-5583-4BAB-AF1E-77FA3A12566F}">
      <dgm:prSet/>
      <dgm:spPr/>
      <dgm:t>
        <a:bodyPr/>
        <a:lstStyle/>
        <a:p>
          <a:pPr rtl="0"/>
          <a:r>
            <a:rPr lang="zh-CN" baseline="0" dirty="0" smtClean="0">
              <a:hlinkClick xmlns:r="http://schemas.openxmlformats.org/officeDocument/2006/relationships" r:id="rId3" action="ppaction://hlinksldjump"/>
            </a:rPr>
            <a:t>巨峰葡萄</a:t>
          </a:r>
          <a:endParaRPr lang="zh-CN" dirty="0"/>
        </a:p>
      </dgm:t>
    </dgm:pt>
    <dgm:pt modelId="{8273DCAA-D4B4-4339-807F-39B64D4BDE48}" type="parTrans" cxnId="{65025847-2F4D-48D9-8140-DE494E79459A}">
      <dgm:prSet/>
      <dgm:spPr/>
      <dgm:t>
        <a:bodyPr/>
        <a:lstStyle/>
        <a:p>
          <a:endParaRPr lang="zh-CN" altLang="en-US"/>
        </a:p>
      </dgm:t>
    </dgm:pt>
    <dgm:pt modelId="{85F1907C-12CE-4A4F-A3AC-8AAD67A09515}" type="sibTrans" cxnId="{65025847-2F4D-48D9-8140-DE494E79459A}">
      <dgm:prSet/>
      <dgm:spPr/>
      <dgm:t>
        <a:bodyPr/>
        <a:lstStyle/>
        <a:p>
          <a:endParaRPr lang="zh-CN" altLang="en-US"/>
        </a:p>
      </dgm:t>
    </dgm:pt>
    <dgm:pt modelId="{92CC7CDB-F2D8-43E7-AF1B-961B7D8A68DE}">
      <dgm:prSet/>
      <dgm:spPr/>
      <dgm:t>
        <a:bodyPr/>
        <a:lstStyle/>
        <a:p>
          <a:pPr rtl="0"/>
          <a:r>
            <a:rPr lang="zh-CN" baseline="0" dirty="0" smtClean="0">
              <a:hlinkClick xmlns:r="http://schemas.openxmlformats.org/officeDocument/2006/relationships" r:id="rId4" action="ppaction://hlinksldjump"/>
            </a:rPr>
            <a:t>香蕉</a:t>
          </a:r>
          <a:endParaRPr lang="zh-CN" dirty="0"/>
        </a:p>
      </dgm:t>
    </dgm:pt>
    <dgm:pt modelId="{2087E2AC-71EE-4A60-A768-7A621D253392}" type="parTrans" cxnId="{4820B89A-6E43-4801-99BA-B4D15E20D90C}">
      <dgm:prSet/>
      <dgm:spPr/>
      <dgm:t>
        <a:bodyPr/>
        <a:lstStyle/>
        <a:p>
          <a:endParaRPr lang="zh-CN" altLang="en-US"/>
        </a:p>
      </dgm:t>
    </dgm:pt>
    <dgm:pt modelId="{65CC5795-EE75-462D-87AB-9A8F33216316}" type="sibTrans" cxnId="{4820B89A-6E43-4801-99BA-B4D15E20D90C}">
      <dgm:prSet/>
      <dgm:spPr/>
      <dgm:t>
        <a:bodyPr/>
        <a:lstStyle/>
        <a:p>
          <a:endParaRPr lang="zh-CN" altLang="en-US"/>
        </a:p>
      </dgm:t>
    </dgm:pt>
    <dgm:pt modelId="{38452A9D-AEE7-422C-99D8-84716B614CF6}" type="pres">
      <dgm:prSet presAssocID="{62B9F4B0-8CE7-4E45-865F-465CEC5B3A8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DDCF2FB-8000-4725-882B-C2BC29C99D3B}" type="pres">
      <dgm:prSet presAssocID="{59BFDB5D-B53E-4673-8246-D537F5744208}" presName="composite" presStyleCnt="0"/>
      <dgm:spPr/>
    </dgm:pt>
    <dgm:pt modelId="{789B4E90-38F0-487E-9F0D-0454DAFD7D83}" type="pres">
      <dgm:prSet presAssocID="{59BFDB5D-B53E-4673-8246-D537F5744208}" presName="imgShp" presStyleLbl="fgImgPlace1" presStyleIdx="0" presStyleCnt="7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9AD20E74-3182-4FCF-94F1-BACF4673BDDA}" type="pres">
      <dgm:prSet presAssocID="{59BFDB5D-B53E-4673-8246-D537F5744208}" presName="txShp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BAA550A-F5F6-46A2-B83F-D065B93825B1}" type="pres">
      <dgm:prSet presAssocID="{A8C20687-B126-4BA7-8104-0E7CDEC6EC67}" presName="spacing" presStyleCnt="0"/>
      <dgm:spPr/>
    </dgm:pt>
    <dgm:pt modelId="{6D9BC163-7568-4900-84C1-19DA606ACD82}" type="pres">
      <dgm:prSet presAssocID="{79833615-B7D7-4DBF-A96B-299A934B9524}" presName="composite" presStyleCnt="0"/>
      <dgm:spPr/>
    </dgm:pt>
    <dgm:pt modelId="{DB9DDDAF-1B23-427E-B470-2CE18A1989D1}" type="pres">
      <dgm:prSet presAssocID="{79833615-B7D7-4DBF-A96B-299A934B9524}" presName="imgShp" presStyleLbl="fgImgPlace1" presStyleIdx="1" presStyleCnt="7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  <dgm:pt modelId="{A26EC342-4340-4E10-8260-2C38FB48FE66}" type="pres">
      <dgm:prSet presAssocID="{79833615-B7D7-4DBF-A96B-299A934B9524}" presName="txShp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388723D-3EB5-4135-9D32-4BF35F5C470B}" type="pres">
      <dgm:prSet presAssocID="{580704DA-CA53-4193-B72A-966BD5DBD860}" presName="spacing" presStyleCnt="0"/>
      <dgm:spPr/>
    </dgm:pt>
    <dgm:pt modelId="{1510A86D-62BA-40E7-9AB4-76E8230DA6D9}" type="pres">
      <dgm:prSet presAssocID="{3F3A95FF-552D-457C-BD22-F27B998542D0}" presName="composite" presStyleCnt="0"/>
      <dgm:spPr/>
    </dgm:pt>
    <dgm:pt modelId="{283BE3FD-382E-4619-9C48-B7272F7E14B7}" type="pres">
      <dgm:prSet presAssocID="{3F3A95FF-552D-457C-BD22-F27B998542D0}" presName="imgShp" presStyleLbl="fgImgPlace1" presStyleIdx="2" presStyleCnt="7"/>
      <dgm:spPr>
        <a:blipFill rotWithShape="1">
          <a:blip xmlns:r="http://schemas.openxmlformats.org/officeDocument/2006/relationships" r:embed="rId7"/>
          <a:stretch>
            <a:fillRect/>
          </a:stretch>
        </a:blipFill>
      </dgm:spPr>
    </dgm:pt>
    <dgm:pt modelId="{E3BB2C0F-9B15-43CD-A8CF-084E5DC4766F}" type="pres">
      <dgm:prSet presAssocID="{3F3A95FF-552D-457C-BD22-F27B998542D0}" presName="txShp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30F17D-2DCC-4616-931E-87372027952F}" type="pres">
      <dgm:prSet presAssocID="{C7BCB617-5C3C-4A9D-814A-6FC4A64D668A}" presName="spacing" presStyleCnt="0"/>
      <dgm:spPr/>
    </dgm:pt>
    <dgm:pt modelId="{1439E252-87AA-45D0-BD52-E21CF6233D3E}" type="pres">
      <dgm:prSet presAssocID="{E9430FBC-F258-4CE8-80B4-91DA7348DA56}" presName="composite" presStyleCnt="0"/>
      <dgm:spPr/>
    </dgm:pt>
    <dgm:pt modelId="{A37615E1-0068-4188-B4E0-A54EA8F743B7}" type="pres">
      <dgm:prSet presAssocID="{E9430FBC-F258-4CE8-80B4-91DA7348DA56}" presName="imgShp" presStyleLbl="fgImgPlace1" presStyleIdx="3" presStyleCnt="7"/>
      <dgm:spPr>
        <a:blipFill rotWithShape="1">
          <a:blip xmlns:r="http://schemas.openxmlformats.org/officeDocument/2006/relationships" r:embed="rId8"/>
          <a:stretch>
            <a:fillRect/>
          </a:stretch>
        </a:blipFill>
      </dgm:spPr>
    </dgm:pt>
    <dgm:pt modelId="{9C6109EE-9B34-4DBE-9BCF-360FDEFB672C}" type="pres">
      <dgm:prSet presAssocID="{E9430FBC-F258-4CE8-80B4-91DA7348DA56}" presName="txShp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BBF4F2-7571-4135-88A6-746AE4FC9357}" type="pres">
      <dgm:prSet presAssocID="{C67819E0-6C4F-487C-A210-94681A7AD168}" presName="spacing" presStyleCnt="0"/>
      <dgm:spPr/>
    </dgm:pt>
    <dgm:pt modelId="{0362F70C-593D-459B-984B-564ECF208197}" type="pres">
      <dgm:prSet presAssocID="{476202E9-E454-41D6-8397-76ECD669BD17}" presName="composite" presStyleCnt="0"/>
      <dgm:spPr/>
    </dgm:pt>
    <dgm:pt modelId="{74BA5953-6BD1-4205-B1FF-8C523E5596EC}" type="pres">
      <dgm:prSet presAssocID="{476202E9-E454-41D6-8397-76ECD669BD17}" presName="imgShp" presStyleLbl="fgImgPlace1" presStyleIdx="4" presStyleCnt="7"/>
      <dgm:spPr>
        <a:blipFill rotWithShape="1">
          <a:blip xmlns:r="http://schemas.openxmlformats.org/officeDocument/2006/relationships" r:embed="rId9"/>
          <a:stretch>
            <a:fillRect/>
          </a:stretch>
        </a:blipFill>
      </dgm:spPr>
    </dgm:pt>
    <dgm:pt modelId="{FC6B63F4-F7B9-40CA-8A22-566CE8E66901}" type="pres">
      <dgm:prSet presAssocID="{476202E9-E454-41D6-8397-76ECD669BD17}" presName="txShp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E170895-E2AD-4280-AAC1-0D3922029B0D}" type="pres">
      <dgm:prSet presAssocID="{95968ED1-04BC-404C-82D2-3EA2DDAAAD45}" presName="spacing" presStyleCnt="0"/>
      <dgm:spPr/>
    </dgm:pt>
    <dgm:pt modelId="{9B12991C-09A9-4CC2-A9DD-424039C6ED88}" type="pres">
      <dgm:prSet presAssocID="{B6348B30-5583-4BAB-AF1E-77FA3A12566F}" presName="composite" presStyleCnt="0"/>
      <dgm:spPr/>
    </dgm:pt>
    <dgm:pt modelId="{7B2644DA-1373-46E8-A56A-593985AE532E}" type="pres">
      <dgm:prSet presAssocID="{B6348B30-5583-4BAB-AF1E-77FA3A12566F}" presName="imgShp" presStyleLbl="fgImgPlace1" presStyleIdx="5" presStyleCnt="7"/>
      <dgm:spPr>
        <a:blipFill rotWithShape="1">
          <a:blip xmlns:r="http://schemas.openxmlformats.org/officeDocument/2006/relationships" r:embed="rId10"/>
          <a:stretch>
            <a:fillRect/>
          </a:stretch>
        </a:blipFill>
      </dgm:spPr>
    </dgm:pt>
    <dgm:pt modelId="{47EE0A7A-22C9-46AE-8AFF-DC855DBC6C14}" type="pres">
      <dgm:prSet presAssocID="{B6348B30-5583-4BAB-AF1E-77FA3A12566F}" presName="txShp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027733B-C2FE-45FE-9ECB-F74EFBBF4B1B}" type="pres">
      <dgm:prSet presAssocID="{85F1907C-12CE-4A4F-A3AC-8AAD67A09515}" presName="spacing" presStyleCnt="0"/>
      <dgm:spPr/>
    </dgm:pt>
    <dgm:pt modelId="{90A4F0D6-DF0B-4F77-8D9D-D9697F81D063}" type="pres">
      <dgm:prSet presAssocID="{92CC7CDB-F2D8-43E7-AF1B-961B7D8A68DE}" presName="composite" presStyleCnt="0"/>
      <dgm:spPr/>
    </dgm:pt>
    <dgm:pt modelId="{75164DCE-C99C-4F5A-B167-1C2BD74CFE75}" type="pres">
      <dgm:prSet presAssocID="{92CC7CDB-F2D8-43E7-AF1B-961B7D8A68DE}" presName="imgShp" presStyleLbl="fgImgPlace1" presStyleIdx="6" presStyleCnt="7"/>
      <dgm:spPr>
        <a:blipFill rotWithShape="1">
          <a:blip xmlns:r="http://schemas.openxmlformats.org/officeDocument/2006/relationships" r:embed="rId11"/>
          <a:stretch>
            <a:fillRect/>
          </a:stretch>
        </a:blipFill>
      </dgm:spPr>
    </dgm:pt>
    <dgm:pt modelId="{EDF96502-CF13-44FF-B6A9-44E316729F3B}" type="pres">
      <dgm:prSet presAssocID="{92CC7CDB-F2D8-43E7-AF1B-961B7D8A68DE}" presName="txShp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5025847-2F4D-48D9-8140-DE494E79459A}" srcId="{62B9F4B0-8CE7-4E45-865F-465CEC5B3A86}" destId="{B6348B30-5583-4BAB-AF1E-77FA3A12566F}" srcOrd="5" destOrd="0" parTransId="{8273DCAA-D4B4-4339-807F-39B64D4BDE48}" sibTransId="{85F1907C-12CE-4A4F-A3AC-8AAD67A09515}"/>
    <dgm:cxn modelId="{C28D1AA7-3897-4C83-B8CF-F714F3D4B457}" type="presOf" srcId="{B6348B30-5583-4BAB-AF1E-77FA3A12566F}" destId="{47EE0A7A-22C9-46AE-8AFF-DC855DBC6C14}" srcOrd="0" destOrd="0" presId="urn:microsoft.com/office/officeart/2005/8/layout/vList3"/>
    <dgm:cxn modelId="{354111D1-AF26-4E7B-94B9-1533A3FE7AA1}" type="presOf" srcId="{476202E9-E454-41D6-8397-76ECD669BD17}" destId="{FC6B63F4-F7B9-40CA-8A22-566CE8E66901}" srcOrd="0" destOrd="0" presId="urn:microsoft.com/office/officeart/2005/8/layout/vList3"/>
    <dgm:cxn modelId="{BCC8A153-FB23-4DD6-B464-56001CBC92CE}" type="presOf" srcId="{3F3A95FF-552D-457C-BD22-F27B998542D0}" destId="{E3BB2C0F-9B15-43CD-A8CF-084E5DC4766F}" srcOrd="0" destOrd="0" presId="urn:microsoft.com/office/officeart/2005/8/layout/vList3"/>
    <dgm:cxn modelId="{CBE5BBE9-151E-4E51-AD03-E1F48A3CBD48}" type="presOf" srcId="{92CC7CDB-F2D8-43E7-AF1B-961B7D8A68DE}" destId="{EDF96502-CF13-44FF-B6A9-44E316729F3B}" srcOrd="0" destOrd="0" presId="urn:microsoft.com/office/officeart/2005/8/layout/vList3"/>
    <dgm:cxn modelId="{B6D03F57-20B1-477D-B601-3DBE7BF8D320}" srcId="{62B9F4B0-8CE7-4E45-865F-465CEC5B3A86}" destId="{59BFDB5D-B53E-4673-8246-D537F5744208}" srcOrd="0" destOrd="0" parTransId="{B0CEB603-EEC3-430A-A6B8-CD24D89969E3}" sibTransId="{A8C20687-B126-4BA7-8104-0E7CDEC6EC67}"/>
    <dgm:cxn modelId="{A6440B79-FBC2-47E6-A749-9548AC3910C0}" type="presOf" srcId="{E9430FBC-F258-4CE8-80B4-91DA7348DA56}" destId="{9C6109EE-9B34-4DBE-9BCF-360FDEFB672C}" srcOrd="0" destOrd="0" presId="urn:microsoft.com/office/officeart/2005/8/layout/vList3"/>
    <dgm:cxn modelId="{9B514114-D0B1-46F5-B752-A6B430364D81}" type="presOf" srcId="{59BFDB5D-B53E-4673-8246-D537F5744208}" destId="{9AD20E74-3182-4FCF-94F1-BACF4673BDDA}" srcOrd="0" destOrd="0" presId="urn:microsoft.com/office/officeart/2005/8/layout/vList3"/>
    <dgm:cxn modelId="{4820B89A-6E43-4801-99BA-B4D15E20D90C}" srcId="{62B9F4B0-8CE7-4E45-865F-465CEC5B3A86}" destId="{92CC7CDB-F2D8-43E7-AF1B-961B7D8A68DE}" srcOrd="6" destOrd="0" parTransId="{2087E2AC-71EE-4A60-A768-7A621D253392}" sibTransId="{65CC5795-EE75-462D-87AB-9A8F33216316}"/>
    <dgm:cxn modelId="{FBDF2655-6094-4FC3-8651-03AFCD1FAF8E}" type="presOf" srcId="{62B9F4B0-8CE7-4E45-865F-465CEC5B3A86}" destId="{38452A9D-AEE7-422C-99D8-84716B614CF6}" srcOrd="0" destOrd="0" presId="urn:microsoft.com/office/officeart/2005/8/layout/vList3"/>
    <dgm:cxn modelId="{77933C39-F81C-47B6-95B5-E6ED9967F658}" srcId="{62B9F4B0-8CE7-4E45-865F-465CEC5B3A86}" destId="{E9430FBC-F258-4CE8-80B4-91DA7348DA56}" srcOrd="3" destOrd="0" parTransId="{F8E80FDF-EDAB-4CD0-A139-8477A10FC49B}" sibTransId="{C67819E0-6C4F-487C-A210-94681A7AD168}"/>
    <dgm:cxn modelId="{3692FC3A-6163-4B88-8A1C-F7953ED48BB2}" srcId="{62B9F4B0-8CE7-4E45-865F-465CEC5B3A86}" destId="{476202E9-E454-41D6-8397-76ECD669BD17}" srcOrd="4" destOrd="0" parTransId="{871FE1C4-D64B-4283-B740-BF26F2E132B6}" sibTransId="{95968ED1-04BC-404C-82D2-3EA2DDAAAD45}"/>
    <dgm:cxn modelId="{784F51DA-F1DA-4A36-8E81-CF381364D725}" srcId="{62B9F4B0-8CE7-4E45-865F-465CEC5B3A86}" destId="{3F3A95FF-552D-457C-BD22-F27B998542D0}" srcOrd="2" destOrd="0" parTransId="{9C6A3FDB-947B-4F37-ACCA-2FACF72EA195}" sibTransId="{C7BCB617-5C3C-4A9D-814A-6FC4A64D668A}"/>
    <dgm:cxn modelId="{3FDA1C13-53E6-4F24-98F8-588AF15E8D47}" type="presOf" srcId="{79833615-B7D7-4DBF-A96B-299A934B9524}" destId="{A26EC342-4340-4E10-8260-2C38FB48FE66}" srcOrd="0" destOrd="0" presId="urn:microsoft.com/office/officeart/2005/8/layout/vList3"/>
    <dgm:cxn modelId="{34C299E5-C6D5-4176-AFBE-1D1BC8B6E6B6}" srcId="{62B9F4B0-8CE7-4E45-865F-465CEC5B3A86}" destId="{79833615-B7D7-4DBF-A96B-299A934B9524}" srcOrd="1" destOrd="0" parTransId="{713EE7FA-F39A-44D4-B608-94929E18C43F}" sibTransId="{580704DA-CA53-4193-B72A-966BD5DBD860}"/>
    <dgm:cxn modelId="{9E6299E8-8D26-4940-BE03-A2A3BAF55636}" type="presParOf" srcId="{38452A9D-AEE7-422C-99D8-84716B614CF6}" destId="{1DDCF2FB-8000-4725-882B-C2BC29C99D3B}" srcOrd="0" destOrd="0" presId="urn:microsoft.com/office/officeart/2005/8/layout/vList3"/>
    <dgm:cxn modelId="{86AD4B43-3ECC-4BC8-B8B1-6BFC016DA1FD}" type="presParOf" srcId="{1DDCF2FB-8000-4725-882B-C2BC29C99D3B}" destId="{789B4E90-38F0-487E-9F0D-0454DAFD7D83}" srcOrd="0" destOrd="0" presId="urn:microsoft.com/office/officeart/2005/8/layout/vList3"/>
    <dgm:cxn modelId="{2BBC9B18-3F97-41F3-9A65-051696D2352C}" type="presParOf" srcId="{1DDCF2FB-8000-4725-882B-C2BC29C99D3B}" destId="{9AD20E74-3182-4FCF-94F1-BACF4673BDDA}" srcOrd="1" destOrd="0" presId="urn:microsoft.com/office/officeart/2005/8/layout/vList3"/>
    <dgm:cxn modelId="{91E42865-ED21-4145-8681-E042AE47E81E}" type="presParOf" srcId="{38452A9D-AEE7-422C-99D8-84716B614CF6}" destId="{DBAA550A-F5F6-46A2-B83F-D065B93825B1}" srcOrd="1" destOrd="0" presId="urn:microsoft.com/office/officeart/2005/8/layout/vList3"/>
    <dgm:cxn modelId="{75B885A9-04CB-44DC-95EB-AC62FCA26DC3}" type="presParOf" srcId="{38452A9D-AEE7-422C-99D8-84716B614CF6}" destId="{6D9BC163-7568-4900-84C1-19DA606ACD82}" srcOrd="2" destOrd="0" presId="urn:microsoft.com/office/officeart/2005/8/layout/vList3"/>
    <dgm:cxn modelId="{802957EC-A73D-433B-BCAA-6B42AC9CFC20}" type="presParOf" srcId="{6D9BC163-7568-4900-84C1-19DA606ACD82}" destId="{DB9DDDAF-1B23-427E-B470-2CE18A1989D1}" srcOrd="0" destOrd="0" presId="urn:microsoft.com/office/officeart/2005/8/layout/vList3"/>
    <dgm:cxn modelId="{34CAE2F3-2767-4F78-B58A-4D2696D1EFEA}" type="presParOf" srcId="{6D9BC163-7568-4900-84C1-19DA606ACD82}" destId="{A26EC342-4340-4E10-8260-2C38FB48FE66}" srcOrd="1" destOrd="0" presId="urn:microsoft.com/office/officeart/2005/8/layout/vList3"/>
    <dgm:cxn modelId="{CC4C9A22-431A-40E3-9504-452D8917EE3B}" type="presParOf" srcId="{38452A9D-AEE7-422C-99D8-84716B614CF6}" destId="{2388723D-3EB5-4135-9D32-4BF35F5C470B}" srcOrd="3" destOrd="0" presId="urn:microsoft.com/office/officeart/2005/8/layout/vList3"/>
    <dgm:cxn modelId="{376C3D4D-F928-4B3C-89C4-FE4B7EFE4178}" type="presParOf" srcId="{38452A9D-AEE7-422C-99D8-84716B614CF6}" destId="{1510A86D-62BA-40E7-9AB4-76E8230DA6D9}" srcOrd="4" destOrd="0" presId="urn:microsoft.com/office/officeart/2005/8/layout/vList3"/>
    <dgm:cxn modelId="{359B3EF7-06EC-4F19-8EBA-43383F81B512}" type="presParOf" srcId="{1510A86D-62BA-40E7-9AB4-76E8230DA6D9}" destId="{283BE3FD-382E-4619-9C48-B7272F7E14B7}" srcOrd="0" destOrd="0" presId="urn:microsoft.com/office/officeart/2005/8/layout/vList3"/>
    <dgm:cxn modelId="{9888C88D-3372-4EEB-AA57-4992FB6AFF2D}" type="presParOf" srcId="{1510A86D-62BA-40E7-9AB4-76E8230DA6D9}" destId="{E3BB2C0F-9B15-43CD-A8CF-084E5DC4766F}" srcOrd="1" destOrd="0" presId="urn:microsoft.com/office/officeart/2005/8/layout/vList3"/>
    <dgm:cxn modelId="{5B1C4557-E418-496B-A0B0-C85165E0CA09}" type="presParOf" srcId="{38452A9D-AEE7-422C-99D8-84716B614CF6}" destId="{8830F17D-2DCC-4616-931E-87372027952F}" srcOrd="5" destOrd="0" presId="urn:microsoft.com/office/officeart/2005/8/layout/vList3"/>
    <dgm:cxn modelId="{9FB59FD2-8170-426F-B3E8-F5872B4A8423}" type="presParOf" srcId="{38452A9D-AEE7-422C-99D8-84716B614CF6}" destId="{1439E252-87AA-45D0-BD52-E21CF6233D3E}" srcOrd="6" destOrd="0" presId="urn:microsoft.com/office/officeart/2005/8/layout/vList3"/>
    <dgm:cxn modelId="{96AC7403-B74A-4E90-A7F0-0355C93D1814}" type="presParOf" srcId="{1439E252-87AA-45D0-BD52-E21CF6233D3E}" destId="{A37615E1-0068-4188-B4E0-A54EA8F743B7}" srcOrd="0" destOrd="0" presId="urn:microsoft.com/office/officeart/2005/8/layout/vList3"/>
    <dgm:cxn modelId="{54CDD801-41B4-4220-829A-F9FD91785B92}" type="presParOf" srcId="{1439E252-87AA-45D0-BD52-E21CF6233D3E}" destId="{9C6109EE-9B34-4DBE-9BCF-360FDEFB672C}" srcOrd="1" destOrd="0" presId="urn:microsoft.com/office/officeart/2005/8/layout/vList3"/>
    <dgm:cxn modelId="{9E052C29-A78E-45FD-97C6-4A156B6FE307}" type="presParOf" srcId="{38452A9D-AEE7-422C-99D8-84716B614CF6}" destId="{ECBBF4F2-7571-4135-88A6-746AE4FC9357}" srcOrd="7" destOrd="0" presId="urn:microsoft.com/office/officeart/2005/8/layout/vList3"/>
    <dgm:cxn modelId="{8559FB55-3FD8-4740-B985-87D189B277AE}" type="presParOf" srcId="{38452A9D-AEE7-422C-99D8-84716B614CF6}" destId="{0362F70C-593D-459B-984B-564ECF208197}" srcOrd="8" destOrd="0" presId="urn:microsoft.com/office/officeart/2005/8/layout/vList3"/>
    <dgm:cxn modelId="{EE34D54E-8285-48F3-B5B6-31EF95289FCA}" type="presParOf" srcId="{0362F70C-593D-459B-984B-564ECF208197}" destId="{74BA5953-6BD1-4205-B1FF-8C523E5596EC}" srcOrd="0" destOrd="0" presId="urn:microsoft.com/office/officeart/2005/8/layout/vList3"/>
    <dgm:cxn modelId="{EBC136C8-F5A6-4FC5-897D-00BB329EAEC8}" type="presParOf" srcId="{0362F70C-593D-459B-984B-564ECF208197}" destId="{FC6B63F4-F7B9-40CA-8A22-566CE8E66901}" srcOrd="1" destOrd="0" presId="urn:microsoft.com/office/officeart/2005/8/layout/vList3"/>
    <dgm:cxn modelId="{94E8EBAF-64BB-4B24-B69B-378674844793}" type="presParOf" srcId="{38452A9D-AEE7-422C-99D8-84716B614CF6}" destId="{0E170895-E2AD-4280-AAC1-0D3922029B0D}" srcOrd="9" destOrd="0" presId="urn:microsoft.com/office/officeart/2005/8/layout/vList3"/>
    <dgm:cxn modelId="{E1C2BDB7-14BA-4DC2-B561-7A1C3EBE9758}" type="presParOf" srcId="{38452A9D-AEE7-422C-99D8-84716B614CF6}" destId="{9B12991C-09A9-4CC2-A9DD-424039C6ED88}" srcOrd="10" destOrd="0" presId="urn:microsoft.com/office/officeart/2005/8/layout/vList3"/>
    <dgm:cxn modelId="{5C343460-F30C-473A-94F4-6C5E53F6ECF1}" type="presParOf" srcId="{9B12991C-09A9-4CC2-A9DD-424039C6ED88}" destId="{7B2644DA-1373-46E8-A56A-593985AE532E}" srcOrd="0" destOrd="0" presId="urn:microsoft.com/office/officeart/2005/8/layout/vList3"/>
    <dgm:cxn modelId="{A5572CB4-E34D-42FB-AE0A-B2D6191F541D}" type="presParOf" srcId="{9B12991C-09A9-4CC2-A9DD-424039C6ED88}" destId="{47EE0A7A-22C9-46AE-8AFF-DC855DBC6C14}" srcOrd="1" destOrd="0" presId="urn:microsoft.com/office/officeart/2005/8/layout/vList3"/>
    <dgm:cxn modelId="{E44E7492-8D44-4AE9-9D99-BD157E9C4C31}" type="presParOf" srcId="{38452A9D-AEE7-422C-99D8-84716B614CF6}" destId="{B027733B-C2FE-45FE-9ECB-F74EFBBF4B1B}" srcOrd="11" destOrd="0" presId="urn:microsoft.com/office/officeart/2005/8/layout/vList3"/>
    <dgm:cxn modelId="{61C240E0-5AB0-4AFB-9F32-E4C7834F1EA5}" type="presParOf" srcId="{38452A9D-AEE7-422C-99D8-84716B614CF6}" destId="{90A4F0D6-DF0B-4F77-8D9D-D9697F81D063}" srcOrd="12" destOrd="0" presId="urn:microsoft.com/office/officeart/2005/8/layout/vList3"/>
    <dgm:cxn modelId="{001EFE59-4C59-45AA-BFE3-8307CEB31860}" type="presParOf" srcId="{90A4F0D6-DF0B-4F77-8D9D-D9697F81D063}" destId="{75164DCE-C99C-4F5A-B167-1C2BD74CFE75}" srcOrd="0" destOrd="0" presId="urn:microsoft.com/office/officeart/2005/8/layout/vList3"/>
    <dgm:cxn modelId="{90C82F20-5B56-40B4-A427-E20198350ED4}" type="presParOf" srcId="{90A4F0D6-DF0B-4F77-8D9D-D9697F81D063}" destId="{EDF96502-CF13-44FF-B6A9-44E316729F3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20E74-3182-4FCF-94F1-BACF4673BDDA}">
      <dsp:nvSpPr>
        <dsp:cNvPr id="0" name=""/>
        <dsp:cNvSpPr/>
      </dsp:nvSpPr>
      <dsp:spPr>
        <a:xfrm rot="10800000">
          <a:off x="1501294" y="2457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>
              <a:hlinkClick xmlns:r="http://schemas.openxmlformats.org/officeDocument/2006/relationships" r:id="" action="ppaction://hlinksldjump"/>
            </a:rPr>
            <a:t>糙米</a:t>
          </a:r>
          <a:endParaRPr lang="zh-CN" sz="2100" kern="1200" dirty="0"/>
        </a:p>
      </dsp:txBody>
      <dsp:txXfrm rot="10800000">
        <a:off x="1624130" y="2457"/>
        <a:ext cx="5349848" cy="491344"/>
      </dsp:txXfrm>
    </dsp:sp>
    <dsp:sp modelId="{789B4E90-38F0-487E-9F0D-0454DAFD7D83}">
      <dsp:nvSpPr>
        <dsp:cNvPr id="0" name=""/>
        <dsp:cNvSpPr/>
      </dsp:nvSpPr>
      <dsp:spPr>
        <a:xfrm>
          <a:off x="1255621" y="2457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EC342-4340-4E10-8260-2C38FB48FE66}">
      <dsp:nvSpPr>
        <dsp:cNvPr id="0" name=""/>
        <dsp:cNvSpPr/>
      </dsp:nvSpPr>
      <dsp:spPr>
        <a:xfrm rot="10800000">
          <a:off x="1501294" y="640472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/>
            <a:t>红薯</a:t>
          </a:r>
          <a:endParaRPr lang="zh-CN" sz="2100" kern="1200" dirty="0"/>
        </a:p>
      </dsp:txBody>
      <dsp:txXfrm rot="10800000">
        <a:off x="1624130" y="640472"/>
        <a:ext cx="5349848" cy="491344"/>
      </dsp:txXfrm>
    </dsp:sp>
    <dsp:sp modelId="{DB9DDDAF-1B23-427E-B470-2CE18A1989D1}">
      <dsp:nvSpPr>
        <dsp:cNvPr id="0" name=""/>
        <dsp:cNvSpPr/>
      </dsp:nvSpPr>
      <dsp:spPr>
        <a:xfrm>
          <a:off x="1255621" y="640472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BB2C0F-9B15-43CD-A8CF-084E5DC4766F}">
      <dsp:nvSpPr>
        <dsp:cNvPr id="0" name=""/>
        <dsp:cNvSpPr/>
      </dsp:nvSpPr>
      <dsp:spPr>
        <a:xfrm rot="10800000">
          <a:off x="1501294" y="1278487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/>
            <a:t>红薯叶</a:t>
          </a:r>
          <a:endParaRPr lang="zh-CN" sz="2100" kern="1200" dirty="0"/>
        </a:p>
      </dsp:txBody>
      <dsp:txXfrm rot="10800000">
        <a:off x="1624130" y="1278487"/>
        <a:ext cx="5349848" cy="491344"/>
      </dsp:txXfrm>
    </dsp:sp>
    <dsp:sp modelId="{283BE3FD-382E-4619-9C48-B7272F7E14B7}">
      <dsp:nvSpPr>
        <dsp:cNvPr id="0" name=""/>
        <dsp:cNvSpPr/>
      </dsp:nvSpPr>
      <dsp:spPr>
        <a:xfrm>
          <a:off x="1255621" y="1278487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109EE-9B34-4DBE-9BCF-360FDEFB672C}">
      <dsp:nvSpPr>
        <dsp:cNvPr id="0" name=""/>
        <dsp:cNvSpPr/>
      </dsp:nvSpPr>
      <dsp:spPr>
        <a:xfrm rot="10800000">
          <a:off x="1501294" y="1916502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>
              <a:hlinkClick xmlns:r="http://schemas.openxmlformats.org/officeDocument/2006/relationships" r:id="" action="ppaction://hlinksldjump"/>
            </a:rPr>
            <a:t>番茄</a:t>
          </a:r>
          <a:endParaRPr lang="zh-CN" sz="2100" kern="1200" dirty="0"/>
        </a:p>
      </dsp:txBody>
      <dsp:txXfrm rot="10800000">
        <a:off x="1624130" y="1916502"/>
        <a:ext cx="5349848" cy="491344"/>
      </dsp:txXfrm>
    </dsp:sp>
    <dsp:sp modelId="{A37615E1-0068-4188-B4E0-A54EA8F743B7}">
      <dsp:nvSpPr>
        <dsp:cNvPr id="0" name=""/>
        <dsp:cNvSpPr/>
      </dsp:nvSpPr>
      <dsp:spPr>
        <a:xfrm>
          <a:off x="1255621" y="1916502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B63F4-F7B9-40CA-8A22-566CE8E66901}">
      <dsp:nvSpPr>
        <dsp:cNvPr id="0" name=""/>
        <dsp:cNvSpPr/>
      </dsp:nvSpPr>
      <dsp:spPr>
        <a:xfrm rot="10800000">
          <a:off x="1501294" y="2554517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/>
            <a:t>卷心菜</a:t>
          </a:r>
          <a:endParaRPr lang="zh-CN" sz="2100" kern="1200" dirty="0"/>
        </a:p>
      </dsp:txBody>
      <dsp:txXfrm rot="10800000">
        <a:off x="1624130" y="2554517"/>
        <a:ext cx="5349848" cy="491344"/>
      </dsp:txXfrm>
    </dsp:sp>
    <dsp:sp modelId="{74BA5953-6BD1-4205-B1FF-8C523E5596EC}">
      <dsp:nvSpPr>
        <dsp:cNvPr id="0" name=""/>
        <dsp:cNvSpPr/>
      </dsp:nvSpPr>
      <dsp:spPr>
        <a:xfrm>
          <a:off x="1255621" y="2554517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E0A7A-22C9-46AE-8AFF-DC855DBC6C14}">
      <dsp:nvSpPr>
        <dsp:cNvPr id="0" name=""/>
        <dsp:cNvSpPr/>
      </dsp:nvSpPr>
      <dsp:spPr>
        <a:xfrm rot="10800000">
          <a:off x="1501294" y="3192532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>
              <a:hlinkClick xmlns:r="http://schemas.openxmlformats.org/officeDocument/2006/relationships" r:id="" action="ppaction://hlinksldjump"/>
            </a:rPr>
            <a:t>巨峰葡萄</a:t>
          </a:r>
          <a:endParaRPr lang="zh-CN" sz="2100" kern="1200" dirty="0"/>
        </a:p>
      </dsp:txBody>
      <dsp:txXfrm rot="10800000">
        <a:off x="1624130" y="3192532"/>
        <a:ext cx="5349848" cy="491344"/>
      </dsp:txXfrm>
    </dsp:sp>
    <dsp:sp modelId="{7B2644DA-1373-46E8-A56A-593985AE532E}">
      <dsp:nvSpPr>
        <dsp:cNvPr id="0" name=""/>
        <dsp:cNvSpPr/>
      </dsp:nvSpPr>
      <dsp:spPr>
        <a:xfrm>
          <a:off x="1255621" y="3192532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96502-CF13-44FF-B6A9-44E316729F3B}">
      <dsp:nvSpPr>
        <dsp:cNvPr id="0" name=""/>
        <dsp:cNvSpPr/>
      </dsp:nvSpPr>
      <dsp:spPr>
        <a:xfrm rot="10800000">
          <a:off x="1501294" y="3830547"/>
          <a:ext cx="5472684" cy="4913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669" tIns="80010" rIns="149352" bIns="80010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baseline="0" dirty="0" smtClean="0">
              <a:hlinkClick xmlns:r="http://schemas.openxmlformats.org/officeDocument/2006/relationships" r:id="" action="ppaction://hlinksldjump"/>
            </a:rPr>
            <a:t>香蕉</a:t>
          </a:r>
          <a:endParaRPr lang="zh-CN" sz="2100" kern="1200" dirty="0"/>
        </a:p>
      </dsp:txBody>
      <dsp:txXfrm rot="10800000">
        <a:off x="1624130" y="3830547"/>
        <a:ext cx="5349848" cy="491344"/>
      </dsp:txXfrm>
    </dsp:sp>
    <dsp:sp modelId="{75164DCE-C99C-4F5A-B167-1C2BD74CFE75}">
      <dsp:nvSpPr>
        <dsp:cNvPr id="0" name=""/>
        <dsp:cNvSpPr/>
      </dsp:nvSpPr>
      <dsp:spPr>
        <a:xfrm>
          <a:off x="1255621" y="3830547"/>
          <a:ext cx="491344" cy="491344"/>
        </a:xfrm>
        <a:prstGeom prst="ellipse">
          <a:avLst/>
        </a:prstGeom>
        <a:blipFill rotWithShape="1">
          <a:blip xmlns:r="http://schemas.openxmlformats.org/officeDocument/2006/relationships" r:embed="rId7"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EF4D4-8B51-4939-90D4-D8B146CBDB76}" type="datetimeFigureOut">
              <a:rPr lang="zh-CN" altLang="en-US" smtClean="0"/>
              <a:t>2015-11-14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135C7-5C03-484A-A0C0-73B6E3624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136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D57B4-8EFC-40D5-A7B6-9EC2DF09B7F7}" type="datetimeFigureOut">
              <a:rPr lang="zh-CN" altLang="en-US" smtClean="0"/>
              <a:t>2015-11-14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6E03F-14FA-4FD6-9329-4CD176B5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98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糙米含丰富的</a:t>
            </a:r>
            <a:r>
              <a:rPr lang="en-US" altLang="zh-CN" dirty="0" smtClean="0"/>
              <a:t>B</a:t>
            </a:r>
            <a:r>
              <a:rPr lang="zh-CN" altLang="en-US" dirty="0" smtClean="0"/>
              <a:t>族维生素、维生素</a:t>
            </a:r>
            <a:r>
              <a:rPr lang="en-US" altLang="zh-CN" dirty="0" smtClean="0"/>
              <a:t>E</a:t>
            </a:r>
            <a:r>
              <a:rPr lang="zh-CN" altLang="en-US" dirty="0" smtClean="0"/>
              <a:t>，以及镁、磷等矿物质。</a:t>
            </a:r>
            <a:endParaRPr lang="en-US" altLang="zh-CN" dirty="0" smtClean="0"/>
          </a:p>
          <a:p>
            <a:r>
              <a:rPr lang="zh-CN" altLang="en-US" dirty="0" smtClean="0"/>
              <a:t>最新研究发现，只要用糙米替换白米，就可以降低</a:t>
            </a:r>
            <a:r>
              <a:rPr lang="en-US" altLang="zh-CN" dirty="0" smtClean="0"/>
              <a:t>2</a:t>
            </a:r>
            <a:r>
              <a:rPr lang="zh-CN" altLang="en-US" dirty="0" smtClean="0"/>
              <a:t>型糖尿病风险。</a:t>
            </a:r>
            <a:endParaRPr lang="en-US" altLang="zh-CN" dirty="0" smtClean="0"/>
          </a:p>
          <a:p>
            <a:r>
              <a:rPr lang="zh-CN" altLang="en-US" dirty="0" smtClean="0"/>
              <a:t>糙米里的谷维素是一种强力抗氧化物，能降低胆固醇，其中的木酚素还能预防乳癌与其他激素相关的癌症。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6E03F-14FA-4FD6-9329-4CD176B5E54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69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哈佛大学研究发现，每周吃</a:t>
            </a:r>
            <a:r>
              <a:rPr lang="en-US" altLang="zh-CN" dirty="0" smtClean="0"/>
              <a:t>10</a:t>
            </a:r>
            <a:r>
              <a:rPr lang="zh-CN" altLang="en-US" dirty="0" smtClean="0"/>
              <a:t>份番茄、番茄酱、番茄汁，甚至是比萨的人，罹患前列腺癌的风险比每周只吃两份以下的人，少了</a:t>
            </a:r>
            <a:r>
              <a:rPr lang="en-US" altLang="zh-CN" dirty="0" smtClean="0"/>
              <a:t>45%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番茄还可以对抗乳癌、子宫颈癌、膀胱癌和肺癌。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番茄还可以降低心血管疾病的风险，并保护眼睛，常用眼的上班族可以多吃。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6E03F-14FA-4FD6-9329-4CD176B5E54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13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r>
              <a:rPr lang="zh-CN" altLang="en-US" sz="1200" dirty="0" smtClean="0"/>
              <a:t>卷心菜里有很多 强力抗氧化物，比如，异硫氰酸盐可预防肺癌和食道癌，萝卜硫素能帮助身体解毒。</a:t>
            </a:r>
            <a:endParaRPr lang="en-US" altLang="zh-CN" sz="1200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sz="1200" dirty="0" smtClean="0"/>
              <a:t>卷心菜也是维生素</a:t>
            </a:r>
            <a:r>
              <a:rPr lang="en-US" altLang="zh-CN" sz="1200" dirty="0" smtClean="0"/>
              <a:t>C</a:t>
            </a:r>
            <a:r>
              <a:rPr lang="zh-CN" altLang="en-US" sz="1200" dirty="0" smtClean="0"/>
              <a:t>和纤维的良好来源，同时还有护眼的类 胡萝卜素、叶黄素和玉米黄素。</a:t>
            </a:r>
            <a:endParaRPr lang="en-US" altLang="zh-CN" sz="1200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sz="1200" dirty="0" smtClean="0"/>
              <a:t>一盘炒卷心菜热量才</a:t>
            </a:r>
            <a:r>
              <a:rPr lang="en-US" altLang="zh-CN" sz="1200" dirty="0" smtClean="0"/>
              <a:t>52</a:t>
            </a:r>
            <a:r>
              <a:rPr lang="zh-CN" altLang="en-US" sz="1200" dirty="0" smtClean="0"/>
              <a:t>卡而已。</a:t>
            </a:r>
            <a:endParaRPr lang="en-US" altLang="zh-CN" sz="1200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sz="1200" dirty="0" smtClean="0"/>
              <a:t>秋冬是吃卷心菜的最佳时节，不但味美，还更安全。</a:t>
            </a:r>
          </a:p>
          <a:p>
            <a:pPr marL="171450" indent="-17145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6E03F-14FA-4FD6-9329-4CD176B5E54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117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巨峰葡萄中的白藜芦醇，是抗癌明星。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曾发表在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科学</a:t>
            </a:r>
            <a:r>
              <a:rPr lang="en-US" altLang="zh-CN" dirty="0" smtClean="0"/>
              <a:t>》</a:t>
            </a:r>
            <a:r>
              <a:rPr lang="zh-CN" altLang="en-US" dirty="0" smtClean="0"/>
              <a:t>杂志的一篇论文表明，白藜芦醇在肿瘤发生的开始、增长和扩散三个阶段都有抑制作 用。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白藜芦醇也能抗老。哈佛大学病理学教授辛克勒实验发现，无论是果蝇、酵母细胞或老鼠，只要喂食少许的白藜芦醇，寿命都大幅延长。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葡萄还含花青素 这样的强效抗氧化剂，可保护心脏，增加好胆固醇。</a:t>
            </a:r>
          </a:p>
          <a:p>
            <a:pPr marL="171450" indent="-17145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6E03F-14FA-4FD6-9329-4CD176B5E54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67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香蕉防癌效果好。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东京大学教授山崎正利指出，香蕉愈熟，也就是表皮的黑斑愈多，免疫活性愈高。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表皮上出现黑斑的香蕉，增加白血球的能力是青香蕉的</a:t>
            </a:r>
            <a:r>
              <a:rPr lang="en-US" altLang="zh-CN" dirty="0" smtClean="0"/>
              <a:t>8</a:t>
            </a:r>
            <a:r>
              <a:rPr lang="zh-CN" altLang="en-US" dirty="0" smtClean="0"/>
              <a:t>倍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。香蕉能预防直肠癌、结肠癌、肾癌。</a:t>
            </a:r>
            <a:endParaRPr lang="en-US" altLang="zh-CN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zh-CN" altLang="en-US" dirty="0" smtClean="0"/>
              <a:t>瑞典研究发现，每周吃</a:t>
            </a:r>
            <a:r>
              <a:rPr lang="en-US" altLang="zh-CN" dirty="0" smtClean="0"/>
              <a:t>4—6</a:t>
            </a:r>
            <a:r>
              <a:rPr lang="zh-CN" altLang="en-US" dirty="0" smtClean="0"/>
              <a:t>次香蕉的女性，患肾癌的风险降低一半。</a:t>
            </a:r>
          </a:p>
          <a:p>
            <a:pPr marL="171450" indent="-17145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6E03F-14FA-4FD6-9329-4CD176B5E54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5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圆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圆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318F617E-8AC1-4171-9557-D8385BC3D08D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0E9B7E3-D29E-4028-AA7E-43388A92498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DDE0-DFF8-4725-9B1A-0624251EF186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94BDF-7B0A-433D-A835-5FB6FA31200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15455-3674-482A-A64E-9ABB65D2546B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9B3DF-24C2-4465-9693-AF3F945A8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5F013-7A60-4168-9FE0-2C4AFF1ACC8B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E1EF9-4F8A-425D-A442-D7E0A0FFAAE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97CB312-6A51-48C1-BACA-37D159EE2874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9E3A1F-2636-4CCC-9CCF-B05422A13EF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2943E3D-B106-4D94-9E1A-901CAD3A8F39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3709D06-193E-4787-818D-D7FDF8E749F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712B9-395C-4858-8C0F-CD7BC30AB4A8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03CC9-4136-40DF-964F-AE4A5A3D812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DC032-9D89-4693-B817-0163187FFF2E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E0D5-5002-42B0-AD37-7FCCC5A25A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41EA-C887-47CF-A590-6AD87522C0EE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B4EA2-15DA-4E3B-8FB4-363B49CCB3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BD31F-1FE4-4071-9070-B04D9BAED99F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1F50D-6221-4A9F-9759-6BADDAFB356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8721-10DE-45EA-BC50-FC91036076B6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0A98-1428-481A-A4E4-ABE27C8E6F7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圆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35CD560-0B92-47ED-980E-823C52D2CBAE}" type="datetime2">
              <a:rPr lang="zh-CN" altLang="en-US" smtClean="0"/>
              <a:t>2015年11月14日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E6C46577-B4B6-4231-B2C9-55165BFD94E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id"/><Relationship Id="rId1" Type="http://schemas.microsoft.com/office/2007/relationships/media" Target="../media/media1.mid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>
                <a:latin typeface="黑体" pitchFamily="2" charset="-122"/>
                <a:ea typeface="黑体" pitchFamily="2" charset="-122"/>
              </a:rPr>
              <a:t>营养讲座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营养食物</a:t>
            </a:r>
          </a:p>
        </p:txBody>
      </p:sp>
      <p:pic>
        <p:nvPicPr>
          <p:cNvPr id="2" name="Music32.mi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5255" y="5805264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2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营养含义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从字义上讲“营”的含义是“谋求”，“养”的含义是“养生”，“营养”就是“谋求养生”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营养食物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264112"/>
              </p:ext>
            </p:extLst>
          </p:nvPr>
        </p:nvGraphicFramePr>
        <p:xfrm>
          <a:off x="457200" y="2249488"/>
          <a:ext cx="8229600" cy="432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糙米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糙米含丰富的</a:t>
            </a:r>
            <a:r>
              <a:rPr lang="en-US" altLang="zh-CN" dirty="0"/>
              <a:t>B</a:t>
            </a:r>
            <a:r>
              <a:rPr lang="zh-CN" altLang="en-US" dirty="0"/>
              <a:t>族维生素、维生素</a:t>
            </a:r>
            <a:r>
              <a:rPr lang="en-US" altLang="zh-CN" dirty="0"/>
              <a:t>E</a:t>
            </a:r>
            <a:r>
              <a:rPr lang="zh-CN" altLang="en-US" dirty="0"/>
              <a:t>，以及镁、磷等矿物质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最新</a:t>
            </a:r>
            <a:r>
              <a:rPr lang="zh-CN" altLang="en-US" dirty="0"/>
              <a:t>研究发现，只要用糙米替换白米，就可以降低</a:t>
            </a:r>
            <a:r>
              <a:rPr lang="en-US" altLang="zh-CN" dirty="0"/>
              <a:t>2</a:t>
            </a:r>
            <a:r>
              <a:rPr lang="zh-CN" altLang="en-US" dirty="0"/>
              <a:t>型糖尿病风险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糙米</a:t>
            </a:r>
            <a:r>
              <a:rPr lang="zh-CN" altLang="en-US" dirty="0"/>
              <a:t>里的谷维素是一种强力抗氧化物，能降低胆固醇，其中的木酚素还能预防乳癌与其他激素相关的癌症。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红薯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红薯含丰富的钾，能让人精力充沛，并保持心脏健康、血压正常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研究</a:t>
            </a:r>
            <a:r>
              <a:rPr lang="zh-CN" altLang="en-US" dirty="0"/>
              <a:t>证明，红薯还能对抗乳癌和前列腺癌，预防身体的退化性疾病，提升记忆力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只不过</a:t>
            </a:r>
            <a:r>
              <a:rPr lang="zh-CN" altLang="en-US" dirty="0"/>
              <a:t>红薯的升糖指数偏高，糖尿病人应该少吃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建议</a:t>
            </a:r>
            <a:r>
              <a:rPr lang="zh-CN" altLang="en-US" dirty="0"/>
              <a:t>选择中等大小</a:t>
            </a:r>
            <a:r>
              <a:rPr lang="en-US" altLang="zh-CN" dirty="0"/>
              <a:t>(</a:t>
            </a:r>
            <a:r>
              <a:rPr lang="zh-CN" altLang="en-US" dirty="0"/>
              <a:t>约手掌长度</a:t>
            </a:r>
            <a:r>
              <a:rPr lang="en-US" altLang="zh-CN" dirty="0"/>
              <a:t>)</a:t>
            </a:r>
            <a:r>
              <a:rPr lang="zh-CN" altLang="en-US" dirty="0"/>
              <a:t>的红薯，味道最好。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红薯叶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美国阿肯色大学把红薯叶列为全世界最营养的蔬菜，因为其中含有</a:t>
            </a:r>
            <a:r>
              <a:rPr lang="en-US" altLang="zh-CN" dirty="0"/>
              <a:t>15</a:t>
            </a:r>
            <a:r>
              <a:rPr lang="zh-CN" altLang="en-US" dirty="0"/>
              <a:t>种抗氧化物，能预防心脏病、炎症与一些癌症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中山大学</a:t>
            </a:r>
            <a:r>
              <a:rPr lang="zh-CN" altLang="en-US" dirty="0"/>
              <a:t>生物科学研究所 发现，吃茼蒿和红薯叶越多的人，患肺癌的风险越小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红薯</a:t>
            </a:r>
            <a:r>
              <a:rPr lang="zh-CN" altLang="en-US" dirty="0"/>
              <a:t>叶还有丰富的维生素</a:t>
            </a:r>
            <a:r>
              <a:rPr lang="en-US" altLang="zh-CN" dirty="0"/>
              <a:t>C</a:t>
            </a:r>
            <a:r>
              <a:rPr lang="zh-CN" altLang="en-US" dirty="0"/>
              <a:t>、铁，只要吃一盘，几乎可以满足一天的需求。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番茄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</a:t>
            </a:r>
            <a:r>
              <a:rPr lang="zh-CN" altLang="en-US" dirty="0"/>
              <a:t>周吃</a:t>
            </a:r>
            <a:r>
              <a:rPr lang="en-US" altLang="zh-CN" dirty="0"/>
              <a:t>10</a:t>
            </a:r>
            <a:r>
              <a:rPr lang="zh-CN" altLang="en-US" dirty="0"/>
              <a:t>份番茄、番茄酱、番茄汁</a:t>
            </a:r>
            <a:r>
              <a:rPr lang="zh-CN" altLang="en-US" dirty="0" smtClean="0"/>
              <a:t>，罹患</a:t>
            </a:r>
            <a:r>
              <a:rPr lang="zh-CN" altLang="en-US" dirty="0"/>
              <a:t>前列腺癌的</a:t>
            </a:r>
            <a:r>
              <a:rPr lang="zh-CN" altLang="en-US" dirty="0" smtClean="0"/>
              <a:t>风险明显降低。</a:t>
            </a:r>
            <a:endParaRPr lang="en-US" altLang="zh-CN" dirty="0" smtClean="0"/>
          </a:p>
          <a:p>
            <a:r>
              <a:rPr lang="zh-CN" altLang="en-US" dirty="0" smtClean="0"/>
              <a:t>番茄可以</a:t>
            </a:r>
            <a:r>
              <a:rPr lang="zh-CN" altLang="en-US" dirty="0"/>
              <a:t>对抗乳癌、子宫颈癌、膀胱癌和肺癌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番茄可以</a:t>
            </a:r>
            <a:r>
              <a:rPr lang="zh-CN" altLang="en-US" dirty="0"/>
              <a:t>降低心血管疾病的风险，并保护眼睛，常用眼的上班族可以多吃。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卷心菜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卷心菜</a:t>
            </a:r>
            <a:r>
              <a:rPr lang="zh-CN" altLang="en-US" sz="2800" dirty="0"/>
              <a:t>里有很多 强力抗</a:t>
            </a:r>
            <a:r>
              <a:rPr lang="zh-CN" altLang="en-US" sz="2800" dirty="0" smtClean="0"/>
              <a:t>氧化物。</a:t>
            </a:r>
            <a:endParaRPr lang="en-US" altLang="zh-CN" sz="2800" dirty="0" smtClean="0"/>
          </a:p>
          <a:p>
            <a:r>
              <a:rPr lang="zh-CN" altLang="en-US" sz="2800" dirty="0" smtClean="0"/>
              <a:t>卷心菜是</a:t>
            </a:r>
            <a:r>
              <a:rPr lang="zh-CN" altLang="en-US" sz="2800" dirty="0"/>
              <a:t>维生素</a:t>
            </a:r>
            <a:r>
              <a:rPr lang="en-US" altLang="zh-CN" sz="2800" dirty="0"/>
              <a:t>C</a:t>
            </a:r>
            <a:r>
              <a:rPr lang="zh-CN" altLang="en-US" sz="2800" dirty="0"/>
              <a:t>和纤维的良好来源，同时还有护眼的类 胡萝卜素、叶黄素和玉米黄素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r>
              <a:rPr lang="zh-CN" altLang="en-US" sz="2800" dirty="0" smtClean="0"/>
              <a:t>一</a:t>
            </a:r>
            <a:r>
              <a:rPr lang="zh-CN" altLang="en-US" sz="2800" dirty="0"/>
              <a:t>盘炒卷心菜热量才</a:t>
            </a:r>
            <a:r>
              <a:rPr lang="en-US" altLang="zh-CN" sz="2800" dirty="0"/>
              <a:t>52</a:t>
            </a:r>
            <a:r>
              <a:rPr lang="zh-CN" altLang="en-US" sz="2800" dirty="0"/>
              <a:t>卡而已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r>
              <a:rPr lang="zh-CN" altLang="en-US" sz="2800" dirty="0" smtClean="0"/>
              <a:t>秋冬</a:t>
            </a:r>
            <a:r>
              <a:rPr lang="zh-CN" altLang="en-US" sz="2800" dirty="0"/>
              <a:t>是吃卷心菜的最佳时节，不但味美，还更安全。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巨峰葡萄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巨峰葡萄中的白藜芦醇，是抗癌明星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白</a:t>
            </a:r>
            <a:r>
              <a:rPr lang="zh-CN" altLang="en-US" dirty="0"/>
              <a:t>藜芦醇在肿瘤发生的开始、增长和扩散三个阶段都有抑制作 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白</a:t>
            </a:r>
            <a:r>
              <a:rPr lang="zh-CN" altLang="en-US" dirty="0"/>
              <a:t>藜芦</a:t>
            </a:r>
            <a:r>
              <a:rPr lang="zh-CN" altLang="en-US" dirty="0" smtClean="0"/>
              <a:t>醇能</a:t>
            </a:r>
            <a:r>
              <a:rPr lang="zh-CN" altLang="en-US" dirty="0"/>
              <a:t>抗老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葡萄含</a:t>
            </a:r>
            <a:r>
              <a:rPr lang="zh-CN" altLang="en-US" dirty="0"/>
              <a:t>花青素 </a:t>
            </a:r>
            <a:r>
              <a:rPr lang="zh-CN" altLang="en-US" dirty="0" smtClean="0"/>
              <a:t>，</a:t>
            </a:r>
            <a:r>
              <a:rPr lang="zh-CN" altLang="en-US" dirty="0"/>
              <a:t>可保护心脏，增加好胆固醇。</a:t>
            </a:r>
          </a:p>
          <a:p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香蕉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香蕉防癌效果好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香蕉</a:t>
            </a:r>
            <a:r>
              <a:rPr lang="zh-CN" altLang="en-US" dirty="0"/>
              <a:t>愈</a:t>
            </a:r>
            <a:r>
              <a:rPr lang="zh-CN" altLang="en-US" dirty="0" smtClean="0"/>
              <a:t>熟表皮</a:t>
            </a:r>
            <a:r>
              <a:rPr lang="zh-CN" altLang="en-US" dirty="0"/>
              <a:t>的黑斑愈多，免疫活性愈高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表皮</a:t>
            </a:r>
            <a:r>
              <a:rPr lang="zh-CN" altLang="en-US" dirty="0"/>
              <a:t>上出现黑斑的香蕉，增加白血球的能力是青香蕉的</a:t>
            </a:r>
            <a:r>
              <a:rPr lang="en-US" altLang="zh-CN" dirty="0"/>
              <a:t>8</a:t>
            </a:r>
            <a:r>
              <a:rPr lang="zh-CN" altLang="en-US" dirty="0" smtClean="0"/>
              <a:t>倍</a:t>
            </a:r>
            <a:endParaRPr lang="en-US" altLang="zh-CN" dirty="0" smtClean="0"/>
          </a:p>
          <a:p>
            <a:r>
              <a:rPr lang="zh-CN" altLang="en-US" dirty="0" smtClean="0"/>
              <a:t>香蕉</a:t>
            </a:r>
            <a:r>
              <a:rPr lang="zh-CN" altLang="en-US" dirty="0"/>
              <a:t>能预防直肠癌、结肠癌、肾癌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每</a:t>
            </a:r>
            <a:r>
              <a:rPr lang="zh-CN" altLang="en-US" dirty="0"/>
              <a:t>周吃</a:t>
            </a:r>
            <a:r>
              <a:rPr lang="en-US" altLang="zh-CN" dirty="0"/>
              <a:t>4—6</a:t>
            </a:r>
            <a:r>
              <a:rPr lang="zh-CN" altLang="en-US" dirty="0"/>
              <a:t>次香蕉的女性，患肾癌的风险降低一半。</a:t>
            </a:r>
          </a:p>
          <a:p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市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131</TotalTime>
  <Words>887</Words>
  <Application>Microsoft Office PowerPoint</Application>
  <PresentationFormat>全屏显示(4:3)</PresentationFormat>
  <Paragraphs>69</Paragraphs>
  <Slides>10</Slides>
  <Notes>5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都市</vt:lpstr>
      <vt:lpstr>营养讲座</vt:lpstr>
      <vt:lpstr>营养含义</vt:lpstr>
      <vt:lpstr>营养食物</vt:lpstr>
      <vt:lpstr>糙米</vt:lpstr>
      <vt:lpstr>红薯</vt:lpstr>
      <vt:lpstr>红薯叶</vt:lpstr>
      <vt:lpstr>番茄</vt:lpstr>
      <vt:lpstr>卷心菜</vt:lpstr>
      <vt:lpstr>巨峰葡萄</vt:lpstr>
      <vt:lpstr>香蕉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汉语言文学</dc:title>
  <dc:creator>User</dc:creator>
  <cp:keywords>  　       　 　          　        　       　 　   　  　   　</cp:keywords>
  <dc:description>  　       　 　          　        　       　 　   　  　   　</dc:description>
  <cp:lastModifiedBy>微软中国</cp:lastModifiedBy>
  <cp:revision>34</cp:revision>
  <dcterms:created xsi:type="dcterms:W3CDTF">2013-04-21T01:24:25Z</dcterms:created>
  <dcterms:modified xsi:type="dcterms:W3CDTF">2015-11-14T12:13:06Z</dcterms:modified>
</cp:coreProperties>
</file>