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09" r:id="rId3"/>
    <p:sldId id="410" r:id="rId4"/>
    <p:sldId id="411" r:id="rId5"/>
    <p:sldId id="412" r:id="rId6"/>
    <p:sldId id="413" r:id="rId7"/>
    <p:sldId id="414" r:id="rId8"/>
    <p:sldId id="415" r:id="rId9"/>
    <p:sldId id="416" r:id="rId10"/>
    <p:sldId id="417" r:id="rId11"/>
    <p:sldId id="418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None/>
              <a:tabLst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空白演示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单击输入您的封面副标题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6_1*b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WPS 演示</Application>
  <PresentationFormat>宽屏</PresentationFormat>
  <Paragraphs>4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Wingdings</vt:lpstr>
      <vt:lpstr>Arial Unicode MS</vt:lpstr>
      <vt:lpstr>Calibri</vt:lpstr>
      <vt:lpstr>Office 主题​​</vt:lpstr>
      <vt:lpstr>空白演示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樱桃子</cp:lastModifiedBy>
  <cp:revision>173</cp:revision>
  <dcterms:created xsi:type="dcterms:W3CDTF">2019-06-19T02:08:00Z</dcterms:created>
  <dcterms:modified xsi:type="dcterms:W3CDTF">2020-11-22T04:32:09Z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2052-11.1.0.10132</vt:lpwstr>
  </property>
</Properties>
</file>