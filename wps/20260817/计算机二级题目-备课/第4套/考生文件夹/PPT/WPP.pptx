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410" r:id="rId3"/>
    <p:sldId id="412" r:id="rId4"/>
    <p:sldId id="413" r:id="rId5"/>
    <p:sldId id="415" r:id="rId6"/>
    <p:sldId id="414" r:id="rId7"/>
    <p:sldId id="416" r:id="rId8"/>
    <p:sldId id="417" r:id="rId9"/>
    <p:sldId id="418" r:id="rId10"/>
    <p:sldId id="419" r:id="rId11"/>
    <p:sldId id="420" r:id="rId12"/>
    <p:sldId id="421" r:id="rId13"/>
    <p:sldId id="422" r:id="rId14"/>
    <p:sldId id="425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59"/>
        <p:guide pos="382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sp="http://schemas.microsoft.com/office/drawing/2008/diagram" xmlns:dgm="http://schemas.openxmlformats.org/drawingml/2006/diagram" xmlns:a="http://schemas.openxmlformats.org/drawingml/2006/main">
  <dgm:ptLst>
    <dgm:pt modelId="{EFE73B03-4D71-4565-8C52-4902BE6377A4}" type="doc">
      <dgm:prSet loTypeId="hierarchy" loCatId="hierarchy" qsTypeId="urn:microsoft.com/office/officeart/2005/8/quickstyle/simple1" qsCatId="simple" csTypeId="urn:microsoft.com/office/officeart/2005/8/colors/accent1_2" csCatId="accent1" phldr="0"/>
      <dgm:spPr/>
      <dgm:t>
        <a:bodyPr/>
        <a:p>
          <a:endParaRPr lang="zh-CN" altLang="en-US"/>
        </a:p>
      </dgm:t>
    </dgm:pt>
    <dgm:pt modelId="{0605F139-5EF0-48E7-A091-192233D2011D}">
      <dgm:prSet phldrT="[文本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2800">
              <a:latin typeface="仿宋" panose="02010609060101010101" charset="-122"/>
              <a:ea typeface="仿宋" panose="02010609060101010101" charset="-122"/>
              <a:sym typeface="+mn-ea"/>
            </a:rPr>
            <a:t>与植物有关</a:t>
          </a:r>
          <a:r>
            <a:rPr lang="zh-CN" altLang="en-US" sz="2800">
              <a:latin typeface="仿宋" panose="02010609060101010101" charset="-122"/>
              <a:ea typeface="仿宋" panose="02010609060101010101" charset="-122"/>
              <a:sym typeface="+mn-ea"/>
            </a:rPr>
            <a:t/>
          </a:r>
          <a:endParaRPr lang="zh-CN" altLang="en-US" sz="2800">
            <a:latin typeface="仿宋" panose="02010609060101010101" charset="-122"/>
            <a:ea typeface="仿宋" panose="02010609060101010101" charset="-122"/>
            <a:sym typeface="+mn-ea"/>
          </a:endParaRPr>
        </a:p>
      </dgm:t>
    </dgm:pt>
    <dgm:pt modelId="{2AFB1B2A-8749-4E5E-9CB9-0B60F81C46F8}" type="parTrans" cxnId="{974AC07B-5F7B-4660-9F41-CC57446DFE5C}">
      <dgm:prSet/>
      <dgm:spPr/>
      <dgm:t>
        <a:bodyPr/>
        <a:p>
          <a:endParaRPr lang="zh-CN" altLang="en-US"/>
        </a:p>
      </dgm:t>
    </dgm:pt>
    <dgm:pt modelId="{E0FFEB56-236E-4FE9-83BF-31494E265D5A}" type="sibTrans" cxnId="{974AC07B-5F7B-4660-9F41-CC57446DFE5C}">
      <dgm:prSet/>
      <dgm:spPr/>
      <dgm:t>
        <a:bodyPr/>
        <a:p>
          <a:endParaRPr lang="zh-CN" altLang="en-US"/>
        </a:p>
      </dgm:t>
    </dgm:pt>
    <dgm:pt modelId="{4530EE7D-F557-4815-9ED2-EABC47F46978}">
      <dgm:prSet phldrT="[文本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200">
              <a:latin typeface="仿宋" panose="02010609060101010101" charset="-122"/>
              <a:ea typeface="仿宋" panose="02010609060101010101" charset="-122"/>
              <a:sym typeface="+mn-ea"/>
            </a:rPr>
            <a:t>柳暗花明</a:t>
          </a:r>
          <a:r>
            <a:rPr lang="zh-CN" altLang="en-US" sz="3200">
              <a:latin typeface="仿宋" panose="02010609060101010101" charset="-122"/>
              <a:ea typeface="仿宋" panose="02010609060101010101" charset="-122"/>
            </a:rPr>
            <a:t/>
          </a:r>
          <a:endParaRPr lang="zh-CN" altLang="en-US" sz="3200">
            <a:latin typeface="仿宋" panose="02010609060101010101" charset="-122"/>
            <a:ea typeface="仿宋" panose="02010609060101010101" charset="-122"/>
          </a:endParaRPr>
        </a:p>
      </dgm:t>
    </dgm:pt>
    <dgm:pt modelId="{AC2BFF99-DAE2-494A-88AB-85D75BC6D2EE}" type="parTrans" cxnId="{BE6739EE-87D8-4F01-8223-ABAC75EC069C}">
      <dgm:prSet/>
      <dgm:spPr/>
      <dgm:t>
        <a:bodyPr/>
        <a:p>
          <a:endParaRPr lang="zh-CN" altLang="en-US"/>
        </a:p>
      </dgm:t>
    </dgm:pt>
    <dgm:pt modelId="{B98A0394-6758-42EB-8D0E-4491BED52B6C}" type="sibTrans" cxnId="{BE6739EE-87D8-4F01-8223-ABAC75EC069C}">
      <dgm:prSet/>
      <dgm:spPr/>
      <dgm:t>
        <a:bodyPr/>
        <a:p>
          <a:endParaRPr lang="zh-CN" altLang="en-US"/>
        </a:p>
      </dgm:t>
    </dgm:pt>
    <dgm:pt modelId="{4E4A1E17-A3EC-4A54-9171-277E11A0B287}">
      <dgm:prSet phldrT="[文本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200">
              <a:latin typeface="仿宋" panose="02010609060101010101" charset="-122"/>
              <a:ea typeface="仿宋" panose="02010609060101010101" charset="-122"/>
              <a:sym typeface="+mn-ea"/>
            </a:rPr>
            <a:t>草木皆兵</a:t>
          </a:r>
          <a:r>
            <a:rPr lang="zh-CN" altLang="en-US" sz="3200">
              <a:latin typeface="仿宋" panose="02010609060101010101" charset="-122"/>
              <a:ea typeface="仿宋" panose="02010609060101010101" charset="-122"/>
              <a:sym typeface="+mn-ea"/>
            </a:rPr>
            <a:t/>
          </a:r>
          <a:endParaRPr lang="zh-CN" altLang="en-US" sz="3200">
            <a:latin typeface="仿宋" panose="02010609060101010101" charset="-122"/>
            <a:ea typeface="仿宋" panose="02010609060101010101" charset="-122"/>
            <a:sym typeface="+mn-ea"/>
          </a:endParaRPr>
        </a:p>
      </dgm:t>
    </dgm:pt>
    <dgm:pt modelId="{367D7799-1E5C-4947-8AD1-85D1E0D367AF}" type="parTrans" cxnId="{CBACD5BF-86A1-4B98-AF18-09C13D2DB954}">
      <dgm:prSet/>
      <dgm:spPr/>
      <dgm:t>
        <a:bodyPr/>
        <a:p>
          <a:endParaRPr lang="zh-CN" altLang="en-US"/>
        </a:p>
      </dgm:t>
    </dgm:pt>
    <dgm:pt modelId="{7FFEBD18-7D5B-41C0-A8F3-60942A71708D}" type="sibTrans" cxnId="{CBACD5BF-86A1-4B98-AF18-09C13D2DB954}">
      <dgm:prSet/>
      <dgm:spPr/>
      <dgm:t>
        <a:bodyPr/>
        <a:p>
          <a:endParaRPr lang="zh-CN" altLang="en-US"/>
        </a:p>
      </dgm:t>
    </dgm:pt>
    <dgm:pt modelId="{48342772-ABD8-4DA6-9173-5B493860287C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200">
              <a:latin typeface="仿宋" panose="02010609060101010101" charset="-122"/>
              <a:ea typeface="仿宋" panose="02010609060101010101" charset="-122"/>
              <a:sym typeface="+mn-ea"/>
            </a:rPr>
            <a:t>望梅止渴</a:t>
          </a:r>
          <a:r>
            <a:rPr lang="zh-CN" altLang="en-US" sz="3200">
              <a:latin typeface="仿宋" panose="02010609060101010101" charset="-122"/>
              <a:ea typeface="仿宋" panose="02010609060101010101" charset="-122"/>
              <a:sym typeface="+mn-ea"/>
            </a:rPr>
            <a:t/>
          </a:r>
          <a:endParaRPr lang="zh-CN" altLang="en-US" sz="3200">
            <a:latin typeface="仿宋" panose="02010609060101010101" charset="-122"/>
            <a:ea typeface="仿宋" panose="02010609060101010101" charset="-122"/>
            <a:sym typeface="+mn-ea"/>
          </a:endParaRPr>
        </a:p>
      </dgm:t>
    </dgm:pt>
    <dgm:pt modelId="{71BF255B-AD31-4A40-A4C3-C1E7A63AB7EC}" type="parTrans" cxnId="{00CAB616-B763-4A29-B346-42EC902F472C}">
      <dgm:prSet/>
      <dgm:spPr/>
    </dgm:pt>
    <dgm:pt modelId="{8BD12466-87E5-4EFF-BEFF-801CE4B93480}" type="sibTrans" cxnId="{00CAB616-B763-4A29-B346-42EC902F472C}">
      <dgm:prSet/>
      <dgm:spPr/>
    </dgm:pt>
    <dgm:pt modelId="{E2029FEA-9859-46C1-8EEC-2B6A45ED99E9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200">
              <a:latin typeface="仿宋" panose="02010609060101010101" charset="-122"/>
              <a:ea typeface="仿宋" panose="02010609060101010101" charset="-122"/>
              <a:sym typeface="+mn-ea"/>
            </a:rPr>
            <a:t>落英缤纷</a:t>
          </a:r>
          <a:r>
            <a:rPr lang="zh-CN" altLang="en-US" sz="3200">
              <a:latin typeface="仿宋" panose="02010609060101010101" charset="-122"/>
              <a:ea typeface="仿宋" panose="02010609060101010101" charset="-122"/>
              <a:sym typeface="+mn-ea"/>
            </a:rPr>
            <a:t/>
          </a:r>
          <a:endParaRPr lang="zh-CN" altLang="en-US" sz="3200">
            <a:latin typeface="仿宋" panose="02010609060101010101" charset="-122"/>
            <a:ea typeface="仿宋" panose="02010609060101010101" charset="-122"/>
            <a:sym typeface="+mn-ea"/>
          </a:endParaRPr>
        </a:p>
      </dgm:t>
    </dgm:pt>
    <dgm:pt modelId="{65886330-E5BC-46ED-9E8C-A4D4C11906AA}" type="parTrans" cxnId="{A49B6BD6-0826-44EB-A109-5F2D810E1355}">
      <dgm:prSet/>
      <dgm:spPr/>
    </dgm:pt>
    <dgm:pt modelId="{8F1FBB67-5918-4122-8B2C-E3460D67FE32}" type="sibTrans" cxnId="{A49B6BD6-0826-44EB-A109-5F2D810E1355}">
      <dgm:prSet/>
      <dgm:spPr/>
    </dgm:pt>
    <dgm:pt modelId="{5FBAB40F-6011-4629-9B30-77C9439C91BF}" type="pres">
      <dgm:prSet presAssocID="{EFE73B03-4D71-4565-8C52-4902BE6377A4}" presName="diagram" presStyleCnt="0">
        <dgm:presLayoutVars>
          <dgm:chPref val="1"/>
          <dgm:dir val="rev"/>
          <dgm:animOne val="branch"/>
          <dgm:animLvl val="lvl"/>
          <dgm:resizeHandles val="exact"/>
        </dgm:presLayoutVars>
      </dgm:prSet>
      <dgm:spPr/>
    </dgm:pt>
    <dgm:pt modelId="{2332AA2E-A989-4175-BB73-78EA4C3BDB65}" type="pres">
      <dgm:prSet presAssocID="{0605F139-5EF0-48E7-A091-192233D2011D}" presName="root1" presStyleCnt="0"/>
      <dgm:spPr/>
    </dgm:pt>
    <dgm:pt modelId="{24E3F4AB-32FB-4CE0-9DAC-FC4DD26B5900}" type="pres">
      <dgm:prSet presAssocID="{0605F139-5EF0-48E7-A091-192233D2011D}" presName="LevelOneTextNode" presStyleLbl="node0" presStyleIdx="0" presStyleCnt="1">
        <dgm:presLayoutVars>
          <dgm:chPref val="3"/>
        </dgm:presLayoutVars>
      </dgm:prSet>
      <dgm:spPr/>
    </dgm:pt>
    <dgm:pt modelId="{44F25638-8073-4DA7-9390-5AC06A304565}" type="pres">
      <dgm:prSet presAssocID="{0605F139-5EF0-48E7-A091-192233D2011D}" presName="level2hierChild" presStyleCnt="0"/>
      <dgm:spPr/>
    </dgm:pt>
    <dgm:pt modelId="{B47BD6C9-6D53-4A69-975F-9CF96E25F10F}" type="pres">
      <dgm:prSet presAssocID="{AC2BFF99-DAE2-494A-88AB-85D75BC6D2EE}" presName="conn2-1" presStyleLbl="parChTrans1D2" presStyleIdx="0" presStyleCnt="4"/>
      <dgm:spPr/>
    </dgm:pt>
    <dgm:pt modelId="{C1833E64-0598-4ED8-B73B-4C820BB35531}" type="pres">
      <dgm:prSet presAssocID="{AC2BFF99-DAE2-494A-88AB-85D75BC6D2EE}" presName="connTx" presStyleCnt="0"/>
      <dgm:spPr/>
    </dgm:pt>
    <dgm:pt modelId="{46F58ACF-5130-428E-B3EF-87D6FEC0C921}" type="pres">
      <dgm:prSet presAssocID="{4530EE7D-F557-4815-9ED2-EABC47F46978}" presName="root2" presStyleCnt="0"/>
      <dgm:spPr/>
    </dgm:pt>
    <dgm:pt modelId="{3C0D5057-54F2-42F8-ADAD-AA27A1CC1A1B}" type="pres">
      <dgm:prSet presAssocID="{4530EE7D-F557-4815-9ED2-EABC47F46978}" presName="LevelTwoTextNode" presStyleLbl="node2" presStyleIdx="0" presStyleCnt="4">
        <dgm:presLayoutVars>
          <dgm:chPref val="3"/>
        </dgm:presLayoutVars>
      </dgm:prSet>
      <dgm:spPr/>
    </dgm:pt>
    <dgm:pt modelId="{48673F39-879C-4946-8DC7-FD68F0552920}" type="pres">
      <dgm:prSet presAssocID="{4530EE7D-F557-4815-9ED2-EABC47F46978}" presName="level3hierChild" presStyleCnt="0"/>
      <dgm:spPr/>
    </dgm:pt>
    <dgm:pt modelId="{2E81B90F-7494-41FF-808F-F7F82B993B40}" type="pres">
      <dgm:prSet presAssocID="{367D7799-1E5C-4947-8AD1-85D1E0D367AF}" presName="conn2-1" presStyleLbl="parChTrans1D2" presStyleIdx="1" presStyleCnt="4"/>
      <dgm:spPr/>
    </dgm:pt>
    <dgm:pt modelId="{0F4B7785-0023-487B-801C-9850969E1D34}" type="pres">
      <dgm:prSet presAssocID="{367D7799-1E5C-4947-8AD1-85D1E0D367AF}" presName="connTx" presStyleCnt="0"/>
      <dgm:spPr/>
    </dgm:pt>
    <dgm:pt modelId="{4925E953-147A-4210-9A9C-63730A307231}" type="pres">
      <dgm:prSet presAssocID="{4E4A1E17-A3EC-4A54-9171-277E11A0B287}" presName="root2" presStyleCnt="0"/>
      <dgm:spPr/>
    </dgm:pt>
    <dgm:pt modelId="{3D382021-A429-4403-82FF-5A95DD3EBB20}" type="pres">
      <dgm:prSet presAssocID="{4E4A1E17-A3EC-4A54-9171-277E11A0B287}" presName="LevelTwoTextNode" presStyleLbl="node2" presStyleIdx="1" presStyleCnt="4">
        <dgm:presLayoutVars>
          <dgm:chPref val="3"/>
        </dgm:presLayoutVars>
      </dgm:prSet>
      <dgm:spPr/>
    </dgm:pt>
    <dgm:pt modelId="{6D231649-1A42-47D5-A289-01058E6A05B6}" type="pres">
      <dgm:prSet presAssocID="{4E4A1E17-A3EC-4A54-9171-277E11A0B287}" presName="level3hierChild" presStyleCnt="0"/>
      <dgm:spPr/>
    </dgm:pt>
    <dgm:pt modelId="{934F94D6-3132-4246-9D92-F7623C8FDBBF}" type="pres">
      <dgm:prSet presAssocID="{71BF255B-AD31-4A40-A4C3-C1E7A63AB7EC}" presName="conn2-1" presStyleLbl="parChTrans1D2" presStyleIdx="2" presStyleCnt="4"/>
      <dgm:spPr/>
    </dgm:pt>
    <dgm:pt modelId="{27913C13-7466-4DBF-A84E-E333B1BAD3B9}" type="pres">
      <dgm:prSet presAssocID="{71BF255B-AD31-4A40-A4C3-C1E7A63AB7EC}" presName="connTx" presStyleCnt="0"/>
      <dgm:spPr/>
    </dgm:pt>
    <dgm:pt modelId="{14830981-E089-40B5-95D6-E738142121F9}" type="pres">
      <dgm:prSet presAssocID="{48342772-ABD8-4DA6-9173-5B493860287C}" presName="root2" presStyleCnt="0"/>
      <dgm:spPr/>
    </dgm:pt>
    <dgm:pt modelId="{0F28D07E-2924-4C45-96A5-C0798C77F9CA}" type="pres">
      <dgm:prSet presAssocID="{48342772-ABD8-4DA6-9173-5B493860287C}" presName="LevelTwoTextNode" presStyleLbl="node2" presStyleIdx="2" presStyleCnt="4">
        <dgm:presLayoutVars>
          <dgm:chPref val="3"/>
        </dgm:presLayoutVars>
      </dgm:prSet>
      <dgm:spPr/>
    </dgm:pt>
    <dgm:pt modelId="{DECC4DB2-545B-4BBA-996B-F27422D1C5C3}" type="pres">
      <dgm:prSet presAssocID="{48342772-ABD8-4DA6-9173-5B493860287C}" presName="level3hierChild" presStyleCnt="0"/>
      <dgm:spPr/>
    </dgm:pt>
    <dgm:pt modelId="{0AFAB612-88E7-40DB-A024-9FEACB4CD60E}" type="pres">
      <dgm:prSet presAssocID="{65886330-E5BC-46ED-9E8C-A4D4C11906AA}" presName="conn2-1" presStyleLbl="parChTrans1D2" presStyleIdx="3" presStyleCnt="4"/>
      <dgm:spPr/>
    </dgm:pt>
    <dgm:pt modelId="{ED199902-0172-4227-B881-13D21559FA47}" type="pres">
      <dgm:prSet presAssocID="{65886330-E5BC-46ED-9E8C-A4D4C11906AA}" presName="connTx" presStyleCnt="0"/>
      <dgm:spPr/>
    </dgm:pt>
    <dgm:pt modelId="{D4A76B16-7606-4D87-BF34-1D2250CEBBEC}" type="pres">
      <dgm:prSet presAssocID="{E2029FEA-9859-46C1-8EEC-2B6A45ED99E9}" presName="root2" presStyleCnt="0"/>
      <dgm:spPr/>
    </dgm:pt>
    <dgm:pt modelId="{D5E9A1CA-88F9-4319-85D8-67D5247BDAF5}" type="pres">
      <dgm:prSet presAssocID="{E2029FEA-9859-46C1-8EEC-2B6A45ED99E9}" presName="LevelTwoTextNode" presStyleLbl="node2" presStyleIdx="3" presStyleCnt="4">
        <dgm:presLayoutVars>
          <dgm:chPref val="3"/>
        </dgm:presLayoutVars>
      </dgm:prSet>
      <dgm:spPr/>
    </dgm:pt>
    <dgm:pt modelId="{9B450E74-B6A4-4415-8842-0C469717AFA9}" type="pres">
      <dgm:prSet presAssocID="{E2029FEA-9859-46C1-8EEC-2B6A45ED99E9}" presName="level3hierChild" presStyleCnt="0"/>
      <dgm:spPr/>
    </dgm:pt>
  </dgm:ptLst>
  <dgm:cxnLst>
    <dgm:cxn modelId="{974AC07B-5F7B-4660-9F41-CC57446DFE5C}" srcId="{EFE73B03-4D71-4565-8C52-4902BE6377A4}" destId="{0605F139-5EF0-48E7-A091-192233D2011D}" srcOrd="0" destOrd="0" parTransId="{2AFB1B2A-8749-4E5E-9CB9-0B60F81C46F8}" sibTransId="{E0FFEB56-236E-4FE9-83BF-31494E265D5A}"/>
    <dgm:cxn modelId="{BE6739EE-87D8-4F01-8223-ABAC75EC069C}" srcId="{0605F139-5EF0-48E7-A091-192233D2011D}" destId="{4530EE7D-F557-4815-9ED2-EABC47F46978}" srcOrd="0" destOrd="0" parTransId="{AC2BFF99-DAE2-494A-88AB-85D75BC6D2EE}" sibTransId="{B98A0394-6758-42EB-8D0E-4491BED52B6C}"/>
    <dgm:cxn modelId="{CBACD5BF-86A1-4B98-AF18-09C13D2DB954}" srcId="{0605F139-5EF0-48E7-A091-192233D2011D}" destId="{4E4A1E17-A3EC-4A54-9171-277E11A0B287}" srcOrd="1" destOrd="0" parTransId="{367D7799-1E5C-4947-8AD1-85D1E0D367AF}" sibTransId="{7FFEBD18-7D5B-41C0-A8F3-60942A71708D}"/>
    <dgm:cxn modelId="{00CAB616-B763-4A29-B346-42EC902F472C}" srcId="{0605F139-5EF0-48E7-A091-192233D2011D}" destId="{48342772-ABD8-4DA6-9173-5B493860287C}" srcOrd="2" destOrd="0" parTransId="{71BF255B-AD31-4A40-A4C3-C1E7A63AB7EC}" sibTransId="{8BD12466-87E5-4EFF-BEFF-801CE4B93480}"/>
    <dgm:cxn modelId="{A49B6BD6-0826-44EB-A109-5F2D810E1355}" srcId="{0605F139-5EF0-48E7-A091-192233D2011D}" destId="{E2029FEA-9859-46C1-8EEC-2B6A45ED99E9}" srcOrd="3" destOrd="0" parTransId="{65886330-E5BC-46ED-9E8C-A4D4C11906AA}" sibTransId="{8F1FBB67-5918-4122-8B2C-E3460D67FE32}"/>
    <dgm:cxn modelId="{EC4BC33F-A833-4696-9719-791D5838FF8A}" type="presOf" srcId="{EFE73B03-4D71-4565-8C52-4902BE6377A4}" destId="{5FBAB40F-6011-4629-9B30-77C9439C91BF}" srcOrd="0" destOrd="0" presId="urn:microsoft.com/office/officeart/2005/8/layout/hierarchy2"/>
    <dgm:cxn modelId="{BA4B1FC9-57C3-4A91-92F9-12E2D1842094}" type="presParOf" srcId="{5FBAB40F-6011-4629-9B30-77C9439C91BF}" destId="{2332AA2E-A989-4175-BB73-78EA4C3BDB65}" srcOrd="0" destOrd="0" presId="urn:microsoft.com/office/officeart/2005/8/layout/hierarchy2"/>
    <dgm:cxn modelId="{8466350E-F532-4D59-8B2B-1BB4C3199DD2}" type="presParOf" srcId="{2332AA2E-A989-4175-BB73-78EA4C3BDB65}" destId="{24E3F4AB-32FB-4CE0-9DAC-FC4DD26B5900}" srcOrd="0" destOrd="0" presId="urn:microsoft.com/office/officeart/2005/8/layout/hierarchy2"/>
    <dgm:cxn modelId="{745596BD-BE16-4D6F-8B8B-7A0100D11B37}" type="presOf" srcId="{0605F139-5EF0-48E7-A091-192233D2011D}" destId="{24E3F4AB-32FB-4CE0-9DAC-FC4DD26B5900}" srcOrd="0" destOrd="0" presId="urn:microsoft.com/office/officeart/2005/8/layout/hierarchy2"/>
    <dgm:cxn modelId="{8D3AE5C2-129E-4AD4-88A3-2E4325364EAF}" type="presParOf" srcId="{2332AA2E-A989-4175-BB73-78EA4C3BDB65}" destId="{44F25638-8073-4DA7-9390-5AC06A304565}" srcOrd="1" destOrd="0" presId="urn:microsoft.com/office/officeart/2005/8/layout/hierarchy2"/>
    <dgm:cxn modelId="{F6CC2268-085F-4510-9928-12C18B99D24D}" type="presParOf" srcId="{44F25638-8073-4DA7-9390-5AC06A304565}" destId="{B47BD6C9-6D53-4A69-975F-9CF96E25F10F}" srcOrd="0" destOrd="1" presId="urn:microsoft.com/office/officeart/2005/8/layout/hierarchy2"/>
    <dgm:cxn modelId="{A124761E-E08B-48BF-A9CC-127B5FAF3D57}" type="presOf" srcId="{AC2BFF99-DAE2-494A-88AB-85D75BC6D2EE}" destId="{B47BD6C9-6D53-4A69-975F-9CF96E25F10F}" srcOrd="0" destOrd="0" presId="urn:microsoft.com/office/officeart/2005/8/layout/hierarchy2"/>
    <dgm:cxn modelId="{16C0BD58-7597-4F6C-85FC-4767C99716B2}" type="presParOf" srcId="{B47BD6C9-6D53-4A69-975F-9CF96E25F10F}" destId="{C1833E64-0598-4ED8-B73B-4C820BB35531}" srcOrd="0" destOrd="0" presId="urn:microsoft.com/office/officeart/2005/8/layout/hierarchy2"/>
    <dgm:cxn modelId="{7FEB07E7-B315-4AAA-A6A3-1F93696ADCA1}" type="presOf" srcId="{AC2BFF99-DAE2-494A-88AB-85D75BC6D2EE}" destId="{C1833E64-0598-4ED8-B73B-4C820BB35531}" srcOrd="1" destOrd="0" presId="urn:microsoft.com/office/officeart/2005/8/layout/hierarchy2"/>
    <dgm:cxn modelId="{A92BD601-D560-4888-8201-D7DDF25E1E72}" type="presParOf" srcId="{44F25638-8073-4DA7-9390-5AC06A304565}" destId="{46F58ACF-5130-428E-B3EF-87D6FEC0C921}" srcOrd="1" destOrd="1" presId="urn:microsoft.com/office/officeart/2005/8/layout/hierarchy2"/>
    <dgm:cxn modelId="{0889A925-85EB-4A97-8121-46FDE10406B7}" type="presParOf" srcId="{46F58ACF-5130-428E-B3EF-87D6FEC0C921}" destId="{3C0D5057-54F2-42F8-ADAD-AA27A1CC1A1B}" srcOrd="0" destOrd="1" presId="urn:microsoft.com/office/officeart/2005/8/layout/hierarchy2"/>
    <dgm:cxn modelId="{76FA2218-AF5B-4CC6-A0F5-F5A39D20126A}" type="presOf" srcId="{4530EE7D-F557-4815-9ED2-EABC47F46978}" destId="{3C0D5057-54F2-42F8-ADAD-AA27A1CC1A1B}" srcOrd="0" destOrd="0" presId="urn:microsoft.com/office/officeart/2005/8/layout/hierarchy2"/>
    <dgm:cxn modelId="{BCDC5C8F-622D-43B0-9271-4566845084BE}" type="presParOf" srcId="{46F58ACF-5130-428E-B3EF-87D6FEC0C921}" destId="{48673F39-879C-4946-8DC7-FD68F0552920}" srcOrd="1" destOrd="1" presId="urn:microsoft.com/office/officeart/2005/8/layout/hierarchy2"/>
    <dgm:cxn modelId="{B468A34F-1D32-4C82-8288-BE453D077360}" type="presParOf" srcId="{44F25638-8073-4DA7-9390-5AC06A304565}" destId="{2E81B90F-7494-41FF-808F-F7F82B993B40}" srcOrd="2" destOrd="1" presId="urn:microsoft.com/office/officeart/2005/8/layout/hierarchy2"/>
    <dgm:cxn modelId="{57F0B030-C3EF-4861-ADA0-C2B42777A7B8}" type="presOf" srcId="{367D7799-1E5C-4947-8AD1-85D1E0D367AF}" destId="{2E81B90F-7494-41FF-808F-F7F82B993B40}" srcOrd="0" destOrd="0" presId="urn:microsoft.com/office/officeart/2005/8/layout/hierarchy2"/>
    <dgm:cxn modelId="{51A35B3A-EEE0-46E5-9CE0-08C0E2474354}" type="presParOf" srcId="{2E81B90F-7494-41FF-808F-F7F82B993B40}" destId="{0F4B7785-0023-487B-801C-9850969E1D34}" srcOrd="0" destOrd="2" presId="urn:microsoft.com/office/officeart/2005/8/layout/hierarchy2"/>
    <dgm:cxn modelId="{C43DCA5B-AB76-4A57-81FB-1527C545A465}" type="presOf" srcId="{367D7799-1E5C-4947-8AD1-85D1E0D367AF}" destId="{0F4B7785-0023-487B-801C-9850969E1D34}" srcOrd="1" destOrd="0" presId="urn:microsoft.com/office/officeart/2005/8/layout/hierarchy2"/>
    <dgm:cxn modelId="{C777F648-F55B-4261-B7A0-9874B1961982}" type="presParOf" srcId="{44F25638-8073-4DA7-9390-5AC06A304565}" destId="{4925E953-147A-4210-9A9C-63730A307231}" srcOrd="3" destOrd="1" presId="urn:microsoft.com/office/officeart/2005/8/layout/hierarchy2"/>
    <dgm:cxn modelId="{8F443E5E-8C94-4F5E-B8DB-20230FD9360D}" type="presParOf" srcId="{4925E953-147A-4210-9A9C-63730A307231}" destId="{3D382021-A429-4403-82FF-5A95DD3EBB20}" srcOrd="0" destOrd="3" presId="urn:microsoft.com/office/officeart/2005/8/layout/hierarchy2"/>
    <dgm:cxn modelId="{362550B9-8C4E-429D-BE67-B50EE29E4050}" type="presOf" srcId="{4E4A1E17-A3EC-4A54-9171-277E11A0B287}" destId="{3D382021-A429-4403-82FF-5A95DD3EBB20}" srcOrd="0" destOrd="0" presId="urn:microsoft.com/office/officeart/2005/8/layout/hierarchy2"/>
    <dgm:cxn modelId="{049DFFA3-7DDC-42BB-9972-0377C2333C4F}" type="presParOf" srcId="{4925E953-147A-4210-9A9C-63730A307231}" destId="{6D231649-1A42-47D5-A289-01058E6A05B6}" srcOrd="1" destOrd="3" presId="urn:microsoft.com/office/officeart/2005/8/layout/hierarchy2"/>
    <dgm:cxn modelId="{CD34FE13-6FF7-4ABF-ACEC-54FD96D0D926}" type="presParOf" srcId="{44F25638-8073-4DA7-9390-5AC06A304565}" destId="{934F94D6-3132-4246-9D92-F7623C8FDBBF}" srcOrd="4" destOrd="1" presId="urn:microsoft.com/office/officeart/2005/8/layout/hierarchy2"/>
    <dgm:cxn modelId="{3EF62142-0F90-43DE-A9F3-AA143656FEAB}" type="presOf" srcId="{71BF255B-AD31-4A40-A4C3-C1E7A63AB7EC}" destId="{934F94D6-3132-4246-9D92-F7623C8FDBBF}" srcOrd="0" destOrd="0" presId="urn:microsoft.com/office/officeart/2005/8/layout/hierarchy2"/>
    <dgm:cxn modelId="{AFBB26C1-BDCD-4A98-83D1-9A5A3E404D9F}" type="presParOf" srcId="{934F94D6-3132-4246-9D92-F7623C8FDBBF}" destId="{27913C13-7466-4DBF-A84E-E333B1BAD3B9}" srcOrd="0" destOrd="4" presId="urn:microsoft.com/office/officeart/2005/8/layout/hierarchy2"/>
    <dgm:cxn modelId="{14E8861E-72BC-4F85-8C94-6BA301EE5EE2}" type="presOf" srcId="{71BF255B-AD31-4A40-A4C3-C1E7A63AB7EC}" destId="{27913C13-7466-4DBF-A84E-E333B1BAD3B9}" srcOrd="1" destOrd="0" presId="urn:microsoft.com/office/officeart/2005/8/layout/hierarchy2"/>
    <dgm:cxn modelId="{13F0C15B-6311-46F1-8858-0474BE804814}" type="presParOf" srcId="{44F25638-8073-4DA7-9390-5AC06A304565}" destId="{14830981-E089-40B5-95D6-E738142121F9}" srcOrd="5" destOrd="1" presId="urn:microsoft.com/office/officeart/2005/8/layout/hierarchy2"/>
    <dgm:cxn modelId="{E1B00847-9FB7-43B1-95A8-EF3310955834}" type="presParOf" srcId="{14830981-E089-40B5-95D6-E738142121F9}" destId="{0F28D07E-2924-4C45-96A5-C0798C77F9CA}" srcOrd="0" destOrd="5" presId="urn:microsoft.com/office/officeart/2005/8/layout/hierarchy2"/>
    <dgm:cxn modelId="{9776EBDE-BC58-4B98-ADD1-2F048A8B6B05}" type="presOf" srcId="{48342772-ABD8-4DA6-9173-5B493860287C}" destId="{0F28D07E-2924-4C45-96A5-C0798C77F9CA}" srcOrd="0" destOrd="0" presId="urn:microsoft.com/office/officeart/2005/8/layout/hierarchy2"/>
    <dgm:cxn modelId="{74B0FDEF-4ED2-45AE-A734-6F29B4E4C717}" type="presParOf" srcId="{14830981-E089-40B5-95D6-E738142121F9}" destId="{DECC4DB2-545B-4BBA-996B-F27422D1C5C3}" srcOrd="1" destOrd="5" presId="urn:microsoft.com/office/officeart/2005/8/layout/hierarchy2"/>
    <dgm:cxn modelId="{DF180300-CE05-4091-A111-B17219A9CD4A}" type="presParOf" srcId="{44F25638-8073-4DA7-9390-5AC06A304565}" destId="{0AFAB612-88E7-40DB-A024-9FEACB4CD60E}" srcOrd="6" destOrd="1" presId="urn:microsoft.com/office/officeart/2005/8/layout/hierarchy2"/>
    <dgm:cxn modelId="{678317FA-A0D4-4499-9F48-782DCCC56372}" type="presOf" srcId="{65886330-E5BC-46ED-9E8C-A4D4C11906AA}" destId="{0AFAB612-88E7-40DB-A024-9FEACB4CD60E}" srcOrd="0" destOrd="0" presId="urn:microsoft.com/office/officeart/2005/8/layout/hierarchy2"/>
    <dgm:cxn modelId="{CBE227C8-A078-4636-88FE-D30557944640}" type="presParOf" srcId="{0AFAB612-88E7-40DB-A024-9FEACB4CD60E}" destId="{ED199902-0172-4227-B881-13D21559FA47}" srcOrd="0" destOrd="6" presId="urn:microsoft.com/office/officeart/2005/8/layout/hierarchy2"/>
    <dgm:cxn modelId="{1582B289-2B91-465E-B498-1DB2D438D1C6}" type="presOf" srcId="{65886330-E5BC-46ED-9E8C-A4D4C11906AA}" destId="{ED199902-0172-4227-B881-13D21559FA47}" srcOrd="1" destOrd="0" presId="urn:microsoft.com/office/officeart/2005/8/layout/hierarchy2"/>
    <dgm:cxn modelId="{C55C4756-3999-4579-9319-00ECAA9CAA0C}" type="presParOf" srcId="{44F25638-8073-4DA7-9390-5AC06A304565}" destId="{D4A76B16-7606-4D87-BF34-1D2250CEBBEC}" srcOrd="7" destOrd="1" presId="urn:microsoft.com/office/officeart/2005/8/layout/hierarchy2"/>
    <dgm:cxn modelId="{D5843339-1117-4C92-8024-D3AB2585B930}" type="presParOf" srcId="{D4A76B16-7606-4D87-BF34-1D2250CEBBEC}" destId="{D5E9A1CA-88F9-4319-85D8-67D5247BDAF5}" srcOrd="0" destOrd="7" presId="urn:microsoft.com/office/officeart/2005/8/layout/hierarchy2"/>
    <dgm:cxn modelId="{99B91347-50F9-41CF-B709-96B667B490AC}" type="presOf" srcId="{E2029FEA-9859-46C1-8EEC-2B6A45ED99E9}" destId="{D5E9A1CA-88F9-4319-85D8-67D5247BDAF5}" srcOrd="0" destOrd="0" presId="urn:microsoft.com/office/officeart/2005/8/layout/hierarchy2"/>
    <dgm:cxn modelId="{19F463F7-3B92-4D01-B641-E494C18268A5}" type="presParOf" srcId="{D4A76B16-7606-4D87-BF34-1D2250CEBBEC}" destId="{9B450E74-B6A4-4415-8842-0C469717AFA9}" srcOrd="1" destOrd="7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sp="http://schemas.microsoft.com/office/drawing/2008/diagram" xmlns:dgm="http://schemas.openxmlformats.org/drawingml/2006/diagram" xmlns:a="http://schemas.openxmlformats.org/drawingml/2006/main">
  <dgm:ptLst>
    <dgm:pt modelId="{EFE73B03-4D71-4565-8C52-4902BE6377A4}" type="doc">
      <dgm:prSet loTypeId="hierarchy" loCatId="hierarchy" qsTypeId="urn:microsoft.com/office/officeart/2005/8/quickstyle/simple1" qsCatId="simple" csTypeId="urn:microsoft.com/office/officeart/2005/8/colors/accent1_2" csCatId="accent1" phldr="0"/>
      <dgm:spPr/>
      <dgm:t>
        <a:bodyPr/>
        <a:p>
          <a:endParaRPr lang="zh-CN" altLang="en-US"/>
        </a:p>
      </dgm:t>
    </dgm:pt>
    <dgm:pt modelId="{0605F139-5EF0-48E7-A091-192233D2011D}">
      <dgm:prSet phldrT="[文本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2800">
              <a:latin typeface="仿宋" panose="02010609060101010101" charset="-122"/>
              <a:ea typeface="仿宋" panose="02010609060101010101" charset="-122"/>
              <a:sym typeface="+mn-ea"/>
            </a:rPr>
            <a:t>与</a:t>
          </a:r>
          <a:r>
            <a:rPr lang="zh-CN" sz="2800">
              <a:latin typeface="仿宋" panose="02010609060101010101" charset="-122"/>
              <a:ea typeface="仿宋" panose="02010609060101010101" charset="-122"/>
              <a:sym typeface="+mn-ea"/>
            </a:rPr>
            <a:t>动</a:t>
          </a:r>
          <a:r>
            <a:rPr sz="2800">
              <a:latin typeface="仿宋" panose="02010609060101010101" charset="-122"/>
              <a:ea typeface="仿宋" panose="02010609060101010101" charset="-122"/>
              <a:sym typeface="+mn-ea"/>
            </a:rPr>
            <a:t>物有关</a:t>
          </a:r>
          <a:r>
            <a:rPr lang="zh-CN" altLang="en-US" sz="2800">
              <a:latin typeface="仿宋" panose="02010609060101010101" charset="-122"/>
              <a:ea typeface="仿宋" panose="02010609060101010101" charset="-122"/>
              <a:sym typeface="+mn-ea"/>
            </a:rPr>
            <a:t/>
          </a:r>
          <a:endParaRPr lang="zh-CN" altLang="en-US" sz="2800">
            <a:latin typeface="仿宋" panose="02010609060101010101" charset="-122"/>
            <a:ea typeface="仿宋" panose="02010609060101010101" charset="-122"/>
            <a:sym typeface="+mn-ea"/>
          </a:endParaRPr>
        </a:p>
      </dgm:t>
    </dgm:pt>
    <dgm:pt modelId="{2AFB1B2A-8749-4E5E-9CB9-0B60F81C46F8}" type="parTrans" cxnId="{42CD083B-48E0-45FD-BB9B-EB0B3E5AD7CB}">
      <dgm:prSet/>
      <dgm:spPr/>
      <dgm:t>
        <a:bodyPr/>
        <a:p>
          <a:endParaRPr lang="zh-CN" altLang="en-US"/>
        </a:p>
      </dgm:t>
    </dgm:pt>
    <dgm:pt modelId="{E0FFEB56-236E-4FE9-83BF-31494E265D5A}" type="sibTrans" cxnId="{42CD083B-48E0-45FD-BB9B-EB0B3E5AD7CB}">
      <dgm:prSet/>
      <dgm:spPr/>
      <dgm:t>
        <a:bodyPr/>
        <a:p>
          <a:endParaRPr lang="zh-CN" altLang="en-US"/>
        </a:p>
      </dgm:t>
    </dgm:pt>
    <dgm:pt modelId="{4530EE7D-F557-4815-9ED2-EABC47F46978}">
      <dgm:prSet phldrT="[文本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200">
              <a:latin typeface="仿宋" panose="02010609060101010101" charset="-122"/>
              <a:ea typeface="仿宋" panose="02010609060101010101" charset="-122"/>
              <a:sym typeface="+mn-ea"/>
            </a:rPr>
            <a:t>老马识途</a:t>
          </a:r>
          <a:r>
            <a:rPr lang="zh-CN" altLang="en-US" sz="3200">
              <a:latin typeface="仿宋" panose="02010609060101010101" charset="-122"/>
              <a:ea typeface="仿宋" panose="02010609060101010101" charset="-122"/>
              <a:sym typeface="+mn-ea"/>
            </a:rPr>
            <a:t/>
          </a:r>
          <a:endParaRPr lang="zh-CN" altLang="en-US" sz="3200">
            <a:latin typeface="仿宋" panose="02010609060101010101" charset="-122"/>
            <a:ea typeface="仿宋" panose="02010609060101010101" charset="-122"/>
            <a:sym typeface="+mn-ea"/>
          </a:endParaRPr>
        </a:p>
      </dgm:t>
    </dgm:pt>
    <dgm:pt modelId="{AC2BFF99-DAE2-494A-88AB-85D75BC6D2EE}" type="parTrans" cxnId="{0DC1F848-4372-4FA8-9E84-05DA089CE6B6}">
      <dgm:prSet/>
      <dgm:spPr/>
      <dgm:t>
        <a:bodyPr/>
        <a:p>
          <a:endParaRPr lang="zh-CN" altLang="en-US"/>
        </a:p>
      </dgm:t>
    </dgm:pt>
    <dgm:pt modelId="{B98A0394-6758-42EB-8D0E-4491BED52B6C}" type="sibTrans" cxnId="{0DC1F848-4372-4FA8-9E84-05DA089CE6B6}">
      <dgm:prSet/>
      <dgm:spPr/>
      <dgm:t>
        <a:bodyPr/>
        <a:p>
          <a:endParaRPr lang="zh-CN" altLang="en-US"/>
        </a:p>
      </dgm:t>
    </dgm:pt>
    <dgm:pt modelId="{4E4A1E17-A3EC-4A54-9171-277E11A0B287}">
      <dgm:prSet phldrT="[文本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200">
              <a:latin typeface="仿宋" panose="02010609060101010101" charset="-122"/>
              <a:ea typeface="仿宋" panose="02010609060101010101" charset="-122"/>
              <a:sym typeface="+mn-ea"/>
            </a:rPr>
            <a:t>画龙点睛</a:t>
          </a:r>
          <a:r>
            <a:rPr lang="zh-CN" altLang="en-US" sz="3200">
              <a:latin typeface="仿宋" panose="02010609060101010101" charset="-122"/>
              <a:ea typeface="仿宋" panose="02010609060101010101" charset="-122"/>
              <a:sym typeface="+mn-ea"/>
            </a:rPr>
            <a:t/>
          </a:r>
          <a:endParaRPr lang="zh-CN" altLang="en-US" sz="3200">
            <a:latin typeface="仿宋" panose="02010609060101010101" charset="-122"/>
            <a:ea typeface="仿宋" panose="02010609060101010101" charset="-122"/>
            <a:sym typeface="+mn-ea"/>
          </a:endParaRPr>
        </a:p>
      </dgm:t>
    </dgm:pt>
    <dgm:pt modelId="{367D7799-1E5C-4947-8AD1-85D1E0D367AF}" type="parTrans" cxnId="{A0A023D0-B993-4138-AE55-56D257D0EC54}">
      <dgm:prSet/>
      <dgm:spPr/>
      <dgm:t>
        <a:bodyPr/>
        <a:p>
          <a:endParaRPr lang="zh-CN" altLang="en-US"/>
        </a:p>
      </dgm:t>
    </dgm:pt>
    <dgm:pt modelId="{7FFEBD18-7D5B-41C0-A8F3-60942A71708D}" type="sibTrans" cxnId="{A0A023D0-B993-4138-AE55-56D257D0EC54}">
      <dgm:prSet/>
      <dgm:spPr/>
      <dgm:t>
        <a:bodyPr/>
        <a:p>
          <a:endParaRPr lang="zh-CN" altLang="en-US"/>
        </a:p>
      </dgm:t>
    </dgm:pt>
    <dgm:pt modelId="{48342772-ABD8-4DA6-9173-5B493860287C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200">
              <a:latin typeface="仿宋" panose="02010609060101010101" charset="-122"/>
              <a:ea typeface="仿宋" panose="02010609060101010101" charset="-122"/>
              <a:sym typeface="+mn-ea"/>
            </a:rPr>
            <a:t>如虎添翼</a:t>
          </a:r>
          <a:endParaRPr lang="zh-CN" altLang="en-US" sz="3200">
            <a:latin typeface="仿宋" panose="02010609060101010101" charset="-122"/>
            <a:ea typeface="仿宋" panose="02010609060101010101" charset="-122"/>
            <a:sym typeface="+mn-ea"/>
          </a:endParaRPr>
        </a:p>
      </dgm:t>
    </dgm:pt>
    <dgm:pt modelId="{71BF255B-AD31-4A40-A4C3-C1E7A63AB7EC}" type="parTrans" cxnId="{9B059211-951B-4342-A0D6-32C07841A551}">
      <dgm:prSet/>
      <dgm:spPr/>
    </dgm:pt>
    <dgm:pt modelId="{8BD12466-87E5-4EFF-BEFF-801CE4B93480}" type="sibTrans" cxnId="{9B059211-951B-4342-A0D6-32C07841A551}">
      <dgm:prSet/>
      <dgm:spPr/>
    </dgm:pt>
    <dgm:pt modelId="{E2029FEA-9859-46C1-8EEC-2B6A45ED99E9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200">
              <a:latin typeface="仿宋" panose="02010609060101010101" charset="-122"/>
              <a:ea typeface="仿宋" panose="02010609060101010101" charset="-122"/>
              <a:sym typeface="+mn-ea"/>
            </a:rPr>
            <a:t>汗牛充栋</a:t>
          </a:r>
          <a:r>
            <a:rPr lang="zh-CN" altLang="en-US" sz="3200">
              <a:latin typeface="仿宋" panose="02010609060101010101" charset="-122"/>
              <a:ea typeface="仿宋" panose="02010609060101010101" charset="-122"/>
              <a:sym typeface="+mn-ea"/>
            </a:rPr>
            <a:t/>
          </a:r>
          <a:endParaRPr lang="zh-CN" altLang="en-US" sz="3200">
            <a:latin typeface="仿宋" panose="02010609060101010101" charset="-122"/>
            <a:ea typeface="仿宋" panose="02010609060101010101" charset="-122"/>
            <a:sym typeface="+mn-ea"/>
          </a:endParaRPr>
        </a:p>
      </dgm:t>
    </dgm:pt>
    <dgm:pt modelId="{65886330-E5BC-46ED-9E8C-A4D4C11906AA}" type="parTrans" cxnId="{2F03BF3C-E0AB-4DD4-8EE5-D646D8F5E049}">
      <dgm:prSet/>
      <dgm:spPr/>
    </dgm:pt>
    <dgm:pt modelId="{8F1FBB67-5918-4122-8B2C-E3460D67FE32}" type="sibTrans" cxnId="{2F03BF3C-E0AB-4DD4-8EE5-D646D8F5E049}">
      <dgm:prSet/>
      <dgm:spPr/>
    </dgm:pt>
    <dgm:pt modelId="{5FBAB40F-6011-4629-9B30-77C9439C91BF}" type="pres">
      <dgm:prSet presAssocID="{EFE73B03-4D71-4565-8C52-4902BE6377A4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332AA2E-A989-4175-BB73-78EA4C3BDB65}" type="pres">
      <dgm:prSet presAssocID="{0605F139-5EF0-48E7-A091-192233D2011D}" presName="root1" presStyleCnt="0"/>
      <dgm:spPr/>
    </dgm:pt>
    <dgm:pt modelId="{24E3F4AB-32FB-4CE0-9DAC-FC4DD26B5900}" type="pres">
      <dgm:prSet presAssocID="{0605F139-5EF0-48E7-A091-192233D2011D}" presName="LevelOneTextNode" presStyleLbl="node0" presStyleIdx="0" presStyleCnt="1">
        <dgm:presLayoutVars>
          <dgm:chPref val="3"/>
        </dgm:presLayoutVars>
      </dgm:prSet>
      <dgm:spPr/>
    </dgm:pt>
    <dgm:pt modelId="{44F25638-8073-4DA7-9390-5AC06A304565}" type="pres">
      <dgm:prSet presAssocID="{0605F139-5EF0-48E7-A091-192233D2011D}" presName="level2hierChild" presStyleCnt="0"/>
      <dgm:spPr/>
    </dgm:pt>
    <dgm:pt modelId="{B47BD6C9-6D53-4A69-975F-9CF96E25F10F}" type="pres">
      <dgm:prSet presAssocID="{AC2BFF99-DAE2-494A-88AB-85D75BC6D2EE}" presName="conn2-1" presStyleLbl="parChTrans1D2" presStyleIdx="0" presStyleCnt="4"/>
      <dgm:spPr/>
    </dgm:pt>
    <dgm:pt modelId="{C1833E64-0598-4ED8-B73B-4C820BB35531}" type="pres">
      <dgm:prSet presAssocID="{AC2BFF99-DAE2-494A-88AB-85D75BC6D2EE}" presName="connTx" presStyleCnt="0"/>
      <dgm:spPr/>
    </dgm:pt>
    <dgm:pt modelId="{46F58ACF-5130-428E-B3EF-87D6FEC0C921}" type="pres">
      <dgm:prSet presAssocID="{4530EE7D-F557-4815-9ED2-EABC47F46978}" presName="root2" presStyleCnt="0"/>
      <dgm:spPr/>
    </dgm:pt>
    <dgm:pt modelId="{3C0D5057-54F2-42F8-ADAD-AA27A1CC1A1B}" type="pres">
      <dgm:prSet presAssocID="{4530EE7D-F557-4815-9ED2-EABC47F46978}" presName="LevelTwoTextNode" presStyleLbl="node2" presStyleIdx="0" presStyleCnt="4">
        <dgm:presLayoutVars>
          <dgm:chPref val="3"/>
        </dgm:presLayoutVars>
      </dgm:prSet>
      <dgm:spPr/>
    </dgm:pt>
    <dgm:pt modelId="{48673F39-879C-4946-8DC7-FD68F0552920}" type="pres">
      <dgm:prSet presAssocID="{4530EE7D-F557-4815-9ED2-EABC47F46978}" presName="level3hierChild" presStyleCnt="0"/>
      <dgm:spPr/>
    </dgm:pt>
    <dgm:pt modelId="{2E81B90F-7494-41FF-808F-F7F82B993B40}" type="pres">
      <dgm:prSet presAssocID="{367D7799-1E5C-4947-8AD1-85D1E0D367AF}" presName="conn2-1" presStyleLbl="parChTrans1D2" presStyleIdx="1" presStyleCnt="4"/>
      <dgm:spPr/>
    </dgm:pt>
    <dgm:pt modelId="{0F4B7785-0023-487B-801C-9850969E1D34}" type="pres">
      <dgm:prSet presAssocID="{367D7799-1E5C-4947-8AD1-85D1E0D367AF}" presName="connTx" presStyleCnt="0"/>
      <dgm:spPr/>
    </dgm:pt>
    <dgm:pt modelId="{4925E953-147A-4210-9A9C-63730A307231}" type="pres">
      <dgm:prSet presAssocID="{4E4A1E17-A3EC-4A54-9171-277E11A0B287}" presName="root2" presStyleCnt="0"/>
      <dgm:spPr/>
    </dgm:pt>
    <dgm:pt modelId="{3D382021-A429-4403-82FF-5A95DD3EBB20}" type="pres">
      <dgm:prSet presAssocID="{4E4A1E17-A3EC-4A54-9171-277E11A0B287}" presName="LevelTwoTextNode" presStyleLbl="node2" presStyleIdx="1" presStyleCnt="4">
        <dgm:presLayoutVars>
          <dgm:chPref val="3"/>
        </dgm:presLayoutVars>
      </dgm:prSet>
      <dgm:spPr/>
    </dgm:pt>
    <dgm:pt modelId="{6D231649-1A42-47D5-A289-01058E6A05B6}" type="pres">
      <dgm:prSet presAssocID="{4E4A1E17-A3EC-4A54-9171-277E11A0B287}" presName="level3hierChild" presStyleCnt="0"/>
      <dgm:spPr/>
    </dgm:pt>
    <dgm:pt modelId="{934F94D6-3132-4246-9D92-F7623C8FDBBF}" type="pres">
      <dgm:prSet presAssocID="{71BF255B-AD31-4A40-A4C3-C1E7A63AB7EC}" presName="conn2-1" presStyleLbl="parChTrans1D2" presStyleIdx="2" presStyleCnt="4"/>
      <dgm:spPr/>
    </dgm:pt>
    <dgm:pt modelId="{27913C13-7466-4DBF-A84E-E333B1BAD3B9}" type="pres">
      <dgm:prSet presAssocID="{71BF255B-AD31-4A40-A4C3-C1E7A63AB7EC}" presName="connTx" presStyleCnt="0"/>
      <dgm:spPr/>
    </dgm:pt>
    <dgm:pt modelId="{14830981-E089-40B5-95D6-E738142121F9}" type="pres">
      <dgm:prSet presAssocID="{48342772-ABD8-4DA6-9173-5B493860287C}" presName="root2" presStyleCnt="0"/>
      <dgm:spPr/>
    </dgm:pt>
    <dgm:pt modelId="{0F28D07E-2924-4C45-96A5-C0798C77F9CA}" type="pres">
      <dgm:prSet presAssocID="{48342772-ABD8-4DA6-9173-5B493860287C}" presName="LevelTwoTextNode" presStyleLbl="node2" presStyleIdx="2" presStyleCnt="4">
        <dgm:presLayoutVars>
          <dgm:chPref val="3"/>
        </dgm:presLayoutVars>
      </dgm:prSet>
      <dgm:spPr/>
    </dgm:pt>
    <dgm:pt modelId="{DECC4DB2-545B-4BBA-996B-F27422D1C5C3}" type="pres">
      <dgm:prSet presAssocID="{48342772-ABD8-4DA6-9173-5B493860287C}" presName="level3hierChild" presStyleCnt="0"/>
      <dgm:spPr/>
    </dgm:pt>
    <dgm:pt modelId="{0AFAB612-88E7-40DB-A024-9FEACB4CD60E}" type="pres">
      <dgm:prSet presAssocID="{65886330-E5BC-46ED-9E8C-A4D4C11906AA}" presName="conn2-1" presStyleLbl="parChTrans1D2" presStyleIdx="3" presStyleCnt="4"/>
      <dgm:spPr/>
    </dgm:pt>
    <dgm:pt modelId="{ED199902-0172-4227-B881-13D21559FA47}" type="pres">
      <dgm:prSet presAssocID="{65886330-E5BC-46ED-9E8C-A4D4C11906AA}" presName="connTx" presStyleCnt="0"/>
      <dgm:spPr/>
    </dgm:pt>
    <dgm:pt modelId="{D4A76B16-7606-4D87-BF34-1D2250CEBBEC}" type="pres">
      <dgm:prSet presAssocID="{E2029FEA-9859-46C1-8EEC-2B6A45ED99E9}" presName="root2" presStyleCnt="0"/>
      <dgm:spPr/>
    </dgm:pt>
    <dgm:pt modelId="{D5E9A1CA-88F9-4319-85D8-67D5247BDAF5}" type="pres">
      <dgm:prSet presAssocID="{E2029FEA-9859-46C1-8EEC-2B6A45ED99E9}" presName="LevelTwoTextNode" presStyleLbl="node2" presStyleIdx="3" presStyleCnt="4">
        <dgm:presLayoutVars>
          <dgm:chPref val="3"/>
        </dgm:presLayoutVars>
      </dgm:prSet>
      <dgm:spPr/>
    </dgm:pt>
    <dgm:pt modelId="{9B450E74-B6A4-4415-8842-0C469717AFA9}" type="pres">
      <dgm:prSet presAssocID="{E2029FEA-9859-46C1-8EEC-2B6A45ED99E9}" presName="level3hierChild" presStyleCnt="0"/>
      <dgm:spPr/>
    </dgm:pt>
  </dgm:ptLst>
  <dgm:cxnLst>
    <dgm:cxn modelId="{42CD083B-48E0-45FD-BB9B-EB0B3E5AD7CB}" srcId="{EFE73B03-4D71-4565-8C52-4902BE6377A4}" destId="{0605F139-5EF0-48E7-A091-192233D2011D}" srcOrd="0" destOrd="0" parTransId="{2AFB1B2A-8749-4E5E-9CB9-0B60F81C46F8}" sibTransId="{E0FFEB56-236E-4FE9-83BF-31494E265D5A}"/>
    <dgm:cxn modelId="{0DC1F848-4372-4FA8-9E84-05DA089CE6B6}" srcId="{0605F139-5EF0-48E7-A091-192233D2011D}" destId="{4530EE7D-F557-4815-9ED2-EABC47F46978}" srcOrd="0" destOrd="0" parTransId="{AC2BFF99-DAE2-494A-88AB-85D75BC6D2EE}" sibTransId="{B98A0394-6758-42EB-8D0E-4491BED52B6C}"/>
    <dgm:cxn modelId="{A0A023D0-B993-4138-AE55-56D257D0EC54}" srcId="{0605F139-5EF0-48E7-A091-192233D2011D}" destId="{4E4A1E17-A3EC-4A54-9171-277E11A0B287}" srcOrd="1" destOrd="0" parTransId="{367D7799-1E5C-4947-8AD1-85D1E0D367AF}" sibTransId="{7FFEBD18-7D5B-41C0-A8F3-60942A71708D}"/>
    <dgm:cxn modelId="{9B059211-951B-4342-A0D6-32C07841A551}" srcId="{0605F139-5EF0-48E7-A091-192233D2011D}" destId="{48342772-ABD8-4DA6-9173-5B493860287C}" srcOrd="2" destOrd="0" parTransId="{71BF255B-AD31-4A40-A4C3-C1E7A63AB7EC}" sibTransId="{8BD12466-87E5-4EFF-BEFF-801CE4B93480}"/>
    <dgm:cxn modelId="{2F03BF3C-E0AB-4DD4-8EE5-D646D8F5E049}" srcId="{0605F139-5EF0-48E7-A091-192233D2011D}" destId="{E2029FEA-9859-46C1-8EEC-2B6A45ED99E9}" srcOrd="3" destOrd="0" parTransId="{65886330-E5BC-46ED-9E8C-A4D4C11906AA}" sibTransId="{8F1FBB67-5918-4122-8B2C-E3460D67FE32}"/>
    <dgm:cxn modelId="{2771931A-526E-4740-89D7-8849A457D13E}" type="presOf" srcId="{EFE73B03-4D71-4565-8C52-4902BE6377A4}" destId="{5FBAB40F-6011-4629-9B30-77C9439C91BF}" srcOrd="0" destOrd="0" presId="urn:microsoft.com/office/officeart/2005/8/layout/hierarchy2"/>
    <dgm:cxn modelId="{6949212D-ADC2-4869-8EE4-5890DEC95E9E}" type="presParOf" srcId="{5FBAB40F-6011-4629-9B30-77C9439C91BF}" destId="{2332AA2E-A989-4175-BB73-78EA4C3BDB65}" srcOrd="0" destOrd="0" presId="urn:microsoft.com/office/officeart/2005/8/layout/hierarchy2"/>
    <dgm:cxn modelId="{A84E7F89-BBE5-4106-9437-023921239E49}" type="presParOf" srcId="{2332AA2E-A989-4175-BB73-78EA4C3BDB65}" destId="{24E3F4AB-32FB-4CE0-9DAC-FC4DD26B5900}" srcOrd="0" destOrd="0" presId="urn:microsoft.com/office/officeart/2005/8/layout/hierarchy2"/>
    <dgm:cxn modelId="{122E35D6-5E6B-4E44-B386-D43802D09A30}" type="presOf" srcId="{0605F139-5EF0-48E7-A091-192233D2011D}" destId="{24E3F4AB-32FB-4CE0-9DAC-FC4DD26B5900}" srcOrd="0" destOrd="0" presId="urn:microsoft.com/office/officeart/2005/8/layout/hierarchy2"/>
    <dgm:cxn modelId="{C95B9C26-66A1-4E36-8E80-DE95145C5E4E}" type="presParOf" srcId="{2332AA2E-A989-4175-BB73-78EA4C3BDB65}" destId="{44F25638-8073-4DA7-9390-5AC06A304565}" srcOrd="1" destOrd="0" presId="urn:microsoft.com/office/officeart/2005/8/layout/hierarchy2"/>
    <dgm:cxn modelId="{83425421-3A6B-4850-B23D-1B16A3846C78}" type="presParOf" srcId="{44F25638-8073-4DA7-9390-5AC06A304565}" destId="{B47BD6C9-6D53-4A69-975F-9CF96E25F10F}" srcOrd="0" destOrd="1" presId="urn:microsoft.com/office/officeart/2005/8/layout/hierarchy2"/>
    <dgm:cxn modelId="{7AF8BB4F-1266-4D2B-A042-69A3AD995D7E}" type="presOf" srcId="{AC2BFF99-DAE2-494A-88AB-85D75BC6D2EE}" destId="{B47BD6C9-6D53-4A69-975F-9CF96E25F10F}" srcOrd="0" destOrd="0" presId="urn:microsoft.com/office/officeart/2005/8/layout/hierarchy2"/>
    <dgm:cxn modelId="{E22784B9-530B-40F5-9991-46EC0FFB03C0}" type="presParOf" srcId="{B47BD6C9-6D53-4A69-975F-9CF96E25F10F}" destId="{C1833E64-0598-4ED8-B73B-4C820BB35531}" srcOrd="0" destOrd="0" presId="urn:microsoft.com/office/officeart/2005/8/layout/hierarchy2"/>
    <dgm:cxn modelId="{ED206321-75B1-46D8-AEFD-B0881C5A85B5}" type="presOf" srcId="{AC2BFF99-DAE2-494A-88AB-85D75BC6D2EE}" destId="{C1833E64-0598-4ED8-B73B-4C820BB35531}" srcOrd="1" destOrd="0" presId="urn:microsoft.com/office/officeart/2005/8/layout/hierarchy2"/>
    <dgm:cxn modelId="{6755F79D-E8BA-4E24-A3DB-0D6BAF628C65}" type="presParOf" srcId="{44F25638-8073-4DA7-9390-5AC06A304565}" destId="{46F58ACF-5130-428E-B3EF-87D6FEC0C921}" srcOrd="1" destOrd="1" presId="urn:microsoft.com/office/officeart/2005/8/layout/hierarchy2"/>
    <dgm:cxn modelId="{4828D479-A29C-4C9F-B8F4-19EB317691AC}" type="presParOf" srcId="{46F58ACF-5130-428E-B3EF-87D6FEC0C921}" destId="{3C0D5057-54F2-42F8-ADAD-AA27A1CC1A1B}" srcOrd="0" destOrd="1" presId="urn:microsoft.com/office/officeart/2005/8/layout/hierarchy2"/>
    <dgm:cxn modelId="{4EEA087D-A82D-4F15-A115-620A4B196C26}" type="presOf" srcId="{4530EE7D-F557-4815-9ED2-EABC47F46978}" destId="{3C0D5057-54F2-42F8-ADAD-AA27A1CC1A1B}" srcOrd="0" destOrd="0" presId="urn:microsoft.com/office/officeart/2005/8/layout/hierarchy2"/>
    <dgm:cxn modelId="{7B346045-0487-4442-8BB0-A2B3ABD29623}" type="presParOf" srcId="{46F58ACF-5130-428E-B3EF-87D6FEC0C921}" destId="{48673F39-879C-4946-8DC7-FD68F0552920}" srcOrd="1" destOrd="1" presId="urn:microsoft.com/office/officeart/2005/8/layout/hierarchy2"/>
    <dgm:cxn modelId="{75CD5E84-8395-45DD-9A10-37D93AC0C365}" type="presParOf" srcId="{44F25638-8073-4DA7-9390-5AC06A304565}" destId="{2E81B90F-7494-41FF-808F-F7F82B993B40}" srcOrd="2" destOrd="1" presId="urn:microsoft.com/office/officeart/2005/8/layout/hierarchy2"/>
    <dgm:cxn modelId="{1BFF546F-2679-4370-ACF7-BD57A804295F}" type="presOf" srcId="{367D7799-1E5C-4947-8AD1-85D1E0D367AF}" destId="{2E81B90F-7494-41FF-808F-F7F82B993B40}" srcOrd="0" destOrd="0" presId="urn:microsoft.com/office/officeart/2005/8/layout/hierarchy2"/>
    <dgm:cxn modelId="{D0D26D20-3C38-4194-BADF-2E1B216E9B42}" type="presParOf" srcId="{2E81B90F-7494-41FF-808F-F7F82B993B40}" destId="{0F4B7785-0023-487B-801C-9850969E1D34}" srcOrd="0" destOrd="2" presId="urn:microsoft.com/office/officeart/2005/8/layout/hierarchy2"/>
    <dgm:cxn modelId="{D7D0E8E8-3303-4087-B4A9-8AD24796B649}" type="presOf" srcId="{367D7799-1E5C-4947-8AD1-85D1E0D367AF}" destId="{0F4B7785-0023-487B-801C-9850969E1D34}" srcOrd="1" destOrd="0" presId="urn:microsoft.com/office/officeart/2005/8/layout/hierarchy2"/>
    <dgm:cxn modelId="{A5292DBD-D3E4-41D0-88F6-087105CF5E18}" type="presParOf" srcId="{44F25638-8073-4DA7-9390-5AC06A304565}" destId="{4925E953-147A-4210-9A9C-63730A307231}" srcOrd="3" destOrd="1" presId="urn:microsoft.com/office/officeart/2005/8/layout/hierarchy2"/>
    <dgm:cxn modelId="{336A74B8-0484-4E02-8318-3C6D100B6E97}" type="presParOf" srcId="{4925E953-147A-4210-9A9C-63730A307231}" destId="{3D382021-A429-4403-82FF-5A95DD3EBB20}" srcOrd="0" destOrd="3" presId="urn:microsoft.com/office/officeart/2005/8/layout/hierarchy2"/>
    <dgm:cxn modelId="{CC86C406-F56A-4396-A1DB-14830DBFCC1F}" type="presOf" srcId="{4E4A1E17-A3EC-4A54-9171-277E11A0B287}" destId="{3D382021-A429-4403-82FF-5A95DD3EBB20}" srcOrd="0" destOrd="0" presId="urn:microsoft.com/office/officeart/2005/8/layout/hierarchy2"/>
    <dgm:cxn modelId="{3DF4C37C-F48A-41AE-B78B-67035AA14D22}" type="presParOf" srcId="{4925E953-147A-4210-9A9C-63730A307231}" destId="{6D231649-1A42-47D5-A289-01058E6A05B6}" srcOrd="1" destOrd="3" presId="urn:microsoft.com/office/officeart/2005/8/layout/hierarchy2"/>
    <dgm:cxn modelId="{0E392D65-7B61-4E78-A5D2-8DA642A954A5}" type="presParOf" srcId="{44F25638-8073-4DA7-9390-5AC06A304565}" destId="{934F94D6-3132-4246-9D92-F7623C8FDBBF}" srcOrd="4" destOrd="1" presId="urn:microsoft.com/office/officeart/2005/8/layout/hierarchy2"/>
    <dgm:cxn modelId="{DF166017-15BD-4355-9868-6E3AF70BFA06}" type="presOf" srcId="{71BF255B-AD31-4A40-A4C3-C1E7A63AB7EC}" destId="{934F94D6-3132-4246-9D92-F7623C8FDBBF}" srcOrd="0" destOrd="0" presId="urn:microsoft.com/office/officeart/2005/8/layout/hierarchy2"/>
    <dgm:cxn modelId="{15226E11-B80E-40FD-8377-58C34E302A94}" type="presParOf" srcId="{934F94D6-3132-4246-9D92-F7623C8FDBBF}" destId="{27913C13-7466-4DBF-A84E-E333B1BAD3B9}" srcOrd="0" destOrd="4" presId="urn:microsoft.com/office/officeart/2005/8/layout/hierarchy2"/>
    <dgm:cxn modelId="{E54B303C-F81D-427F-AD28-44292ED09EEA}" type="presOf" srcId="{71BF255B-AD31-4A40-A4C3-C1E7A63AB7EC}" destId="{27913C13-7466-4DBF-A84E-E333B1BAD3B9}" srcOrd="1" destOrd="0" presId="urn:microsoft.com/office/officeart/2005/8/layout/hierarchy2"/>
    <dgm:cxn modelId="{71D5818C-AA53-446E-9755-D0DC303AB47D}" type="presParOf" srcId="{44F25638-8073-4DA7-9390-5AC06A304565}" destId="{14830981-E089-40B5-95D6-E738142121F9}" srcOrd="5" destOrd="1" presId="urn:microsoft.com/office/officeart/2005/8/layout/hierarchy2"/>
    <dgm:cxn modelId="{EB642F3E-7873-4BDC-882A-0E746A16CA7D}" type="presParOf" srcId="{14830981-E089-40B5-95D6-E738142121F9}" destId="{0F28D07E-2924-4C45-96A5-C0798C77F9CA}" srcOrd="0" destOrd="5" presId="urn:microsoft.com/office/officeart/2005/8/layout/hierarchy2"/>
    <dgm:cxn modelId="{FE541413-84BE-422C-8DEB-6C42042E0011}" type="presOf" srcId="{48342772-ABD8-4DA6-9173-5B493860287C}" destId="{0F28D07E-2924-4C45-96A5-C0798C77F9CA}" srcOrd="0" destOrd="0" presId="urn:microsoft.com/office/officeart/2005/8/layout/hierarchy2"/>
    <dgm:cxn modelId="{C96D75B2-AC60-4509-97CC-30FF4316C7B6}" type="presParOf" srcId="{14830981-E089-40B5-95D6-E738142121F9}" destId="{DECC4DB2-545B-4BBA-996B-F27422D1C5C3}" srcOrd="1" destOrd="5" presId="urn:microsoft.com/office/officeart/2005/8/layout/hierarchy2"/>
    <dgm:cxn modelId="{A129075B-49B5-4297-8D66-EBFBE526812D}" type="presParOf" srcId="{44F25638-8073-4DA7-9390-5AC06A304565}" destId="{0AFAB612-88E7-40DB-A024-9FEACB4CD60E}" srcOrd="6" destOrd="1" presId="urn:microsoft.com/office/officeart/2005/8/layout/hierarchy2"/>
    <dgm:cxn modelId="{F8840B61-CF53-4195-A7F6-D12F97B377FC}" type="presOf" srcId="{65886330-E5BC-46ED-9E8C-A4D4C11906AA}" destId="{0AFAB612-88E7-40DB-A024-9FEACB4CD60E}" srcOrd="0" destOrd="0" presId="urn:microsoft.com/office/officeart/2005/8/layout/hierarchy2"/>
    <dgm:cxn modelId="{976923BA-CDE7-4775-91A2-E31881CFD846}" type="presParOf" srcId="{0AFAB612-88E7-40DB-A024-9FEACB4CD60E}" destId="{ED199902-0172-4227-B881-13D21559FA47}" srcOrd="0" destOrd="6" presId="urn:microsoft.com/office/officeart/2005/8/layout/hierarchy2"/>
    <dgm:cxn modelId="{C8C41674-7540-4A7B-8ABC-62E6304E2737}" type="presOf" srcId="{65886330-E5BC-46ED-9E8C-A4D4C11906AA}" destId="{ED199902-0172-4227-B881-13D21559FA47}" srcOrd="1" destOrd="0" presId="urn:microsoft.com/office/officeart/2005/8/layout/hierarchy2"/>
    <dgm:cxn modelId="{348DA917-4AD1-4FB2-942B-430DB9E28B07}" type="presParOf" srcId="{44F25638-8073-4DA7-9390-5AC06A304565}" destId="{D4A76B16-7606-4D87-BF34-1D2250CEBBEC}" srcOrd="7" destOrd="1" presId="urn:microsoft.com/office/officeart/2005/8/layout/hierarchy2"/>
    <dgm:cxn modelId="{294A04A4-403D-4F16-87A4-ED0FA7202326}" type="presParOf" srcId="{D4A76B16-7606-4D87-BF34-1D2250CEBBEC}" destId="{D5E9A1CA-88F9-4319-85D8-67D5247BDAF5}" srcOrd="0" destOrd="7" presId="urn:microsoft.com/office/officeart/2005/8/layout/hierarchy2"/>
    <dgm:cxn modelId="{3BA91477-3400-4547-9A83-E41BE1BA7B08}" type="presOf" srcId="{E2029FEA-9859-46C1-8EEC-2B6A45ED99E9}" destId="{D5E9A1CA-88F9-4319-85D8-67D5247BDAF5}" srcOrd="0" destOrd="0" presId="urn:microsoft.com/office/officeart/2005/8/layout/hierarchy2"/>
    <dgm:cxn modelId="{47372EEA-6BBB-449F-999C-BB7843DDAB6A}" type="presParOf" srcId="{D4A76B16-7606-4D87-BF34-1D2250CEBBEC}" destId="{9B450E74-B6A4-4415-8842-0C469717AFA9}" srcOrd="1" destOrd="7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5934710" cy="5418455"/>
        <a:chOff x="0" y="0"/>
        <a:chExt cx="5934710" cy="5418455"/>
      </a:xfrm>
    </dsp:grpSpPr>
    <dsp:sp modelId="{24E3F4AB-32FB-4CE0-9DAC-FC4DD26B5900}">
      <dsp:nvSpPr>
        <dsp:cNvPr id="3" name="圆角矩形 2"/>
        <dsp:cNvSpPr/>
      </dsp:nvSpPr>
      <dsp:spPr bwMode="white">
        <a:xfrm>
          <a:off x="3454407" y="2100412"/>
          <a:ext cx="2435261" cy="1217630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7780" tIns="17780" rIns="17780" bIns="177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2800">
              <a:latin typeface="仿宋" panose="02010609060101010101" charset="-122"/>
              <a:ea typeface="仿宋" panose="02010609060101010101" charset="-122"/>
              <a:sym typeface="+mn-ea"/>
            </a:rPr>
            <a:t>与植物有关</a:t>
          </a:r>
          <a:endParaRPr lang="zh-CN" altLang="en-US" sz="2800">
            <a:latin typeface="仿宋" panose="02010609060101010101" charset="-122"/>
            <a:ea typeface="仿宋" panose="02010609060101010101" charset="-122"/>
            <a:sym typeface="+mn-ea"/>
          </a:endParaRPr>
        </a:p>
      </dsp:txBody>
      <dsp:txXfrm>
        <a:off x="3454407" y="2100412"/>
        <a:ext cx="2435261" cy="1217630"/>
      </dsp:txXfrm>
    </dsp:sp>
    <dsp:sp modelId="{B47BD6C9-6D53-4A69-975F-9CF96E25F10F}">
      <dsp:nvSpPr>
        <dsp:cNvPr id="4" name="任意多边形 3"/>
        <dsp:cNvSpPr/>
      </dsp:nvSpPr>
      <dsp:spPr bwMode="white">
        <a:xfrm>
          <a:off x="1809705" y="1638797"/>
          <a:ext cx="2315299" cy="40449"/>
        </a:xfrm>
        <a:custGeom>
          <a:avLst/>
          <a:gdLst/>
          <a:ahLst/>
          <a:cxnLst/>
          <a:pathLst>
            <a:path w="3646" h="64">
              <a:moveTo>
                <a:pt x="2590" y="1686"/>
              </a:moveTo>
              <a:lnTo>
                <a:pt x="1056" y="-1622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>
        <a:off x="1809705" y="1638797"/>
        <a:ext cx="2315299" cy="40449"/>
      </dsp:txXfrm>
    </dsp:sp>
    <dsp:sp modelId="{3C0D5057-54F2-42F8-ADAD-AA27A1CC1A1B}">
      <dsp:nvSpPr>
        <dsp:cNvPr id="5" name="圆角矩形 4"/>
        <dsp:cNvSpPr/>
      </dsp:nvSpPr>
      <dsp:spPr bwMode="white">
        <a:xfrm>
          <a:off x="45042" y="0"/>
          <a:ext cx="2435261" cy="1217630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0320" tIns="20320" rIns="20320" bIns="2032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200">
              <a:latin typeface="仿宋" panose="02010609060101010101" charset="-122"/>
              <a:ea typeface="仿宋" panose="02010609060101010101" charset="-122"/>
              <a:sym typeface="+mn-ea"/>
            </a:rPr>
            <a:t>柳暗花明</a:t>
          </a:r>
          <a:endParaRPr lang="zh-CN" altLang="en-US" sz="3200">
            <a:latin typeface="仿宋" panose="02010609060101010101" charset="-122"/>
            <a:ea typeface="仿宋" panose="02010609060101010101" charset="-122"/>
          </a:endParaRPr>
        </a:p>
      </dsp:txBody>
      <dsp:txXfrm>
        <a:off x="45042" y="0"/>
        <a:ext cx="2435261" cy="1217630"/>
      </dsp:txXfrm>
    </dsp:sp>
    <dsp:sp modelId="{2E81B90F-7494-41FF-808F-F7F82B993B40}">
      <dsp:nvSpPr>
        <dsp:cNvPr id="10" name="任意多边形 9"/>
        <dsp:cNvSpPr/>
      </dsp:nvSpPr>
      <dsp:spPr bwMode="white">
        <a:xfrm>
          <a:off x="2367548" y="2338934"/>
          <a:ext cx="1199613" cy="40449"/>
        </a:xfrm>
        <a:custGeom>
          <a:avLst/>
          <a:gdLst/>
          <a:ahLst/>
          <a:cxnLst/>
          <a:pathLst>
            <a:path w="1889" h="64">
              <a:moveTo>
                <a:pt x="1712" y="583"/>
              </a:moveTo>
              <a:lnTo>
                <a:pt x="178" y="-519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>
        <a:off x="2367548" y="2338934"/>
        <a:ext cx="1199613" cy="40449"/>
      </dsp:txXfrm>
    </dsp:sp>
    <dsp:sp modelId="{3D382021-A429-4403-82FF-5A95DD3EBB20}">
      <dsp:nvSpPr>
        <dsp:cNvPr id="11" name="圆角矩形 10"/>
        <dsp:cNvSpPr/>
      </dsp:nvSpPr>
      <dsp:spPr bwMode="white">
        <a:xfrm>
          <a:off x="45042" y="1400275"/>
          <a:ext cx="2435261" cy="1217630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0320" tIns="20320" rIns="20320" bIns="2032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200">
              <a:latin typeface="仿宋" panose="02010609060101010101" charset="-122"/>
              <a:ea typeface="仿宋" panose="02010609060101010101" charset="-122"/>
              <a:sym typeface="+mn-ea"/>
            </a:rPr>
            <a:t>草木皆兵</a:t>
          </a:r>
          <a:endParaRPr lang="zh-CN" altLang="en-US" sz="3200">
            <a:latin typeface="仿宋" panose="02010609060101010101" charset="-122"/>
            <a:ea typeface="仿宋" panose="02010609060101010101" charset="-122"/>
            <a:sym typeface="+mn-ea"/>
          </a:endParaRPr>
        </a:p>
      </dsp:txBody>
      <dsp:txXfrm>
        <a:off x="45042" y="1400275"/>
        <a:ext cx="2435261" cy="1217630"/>
      </dsp:txXfrm>
    </dsp:sp>
    <dsp:sp modelId="{934F94D6-3132-4246-9D92-F7623C8FDBBF}">
      <dsp:nvSpPr>
        <dsp:cNvPr id="16" name="任意多边形 15"/>
        <dsp:cNvSpPr/>
      </dsp:nvSpPr>
      <dsp:spPr bwMode="white">
        <a:xfrm>
          <a:off x="2367548" y="3039072"/>
          <a:ext cx="1199613" cy="40449"/>
        </a:xfrm>
        <a:custGeom>
          <a:avLst/>
          <a:gdLst/>
          <a:ahLst/>
          <a:cxnLst/>
          <a:pathLst>
            <a:path w="1889" h="64">
              <a:moveTo>
                <a:pt x="1712" y="-519"/>
              </a:moveTo>
              <a:lnTo>
                <a:pt x="178" y="583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</a:p>
      </dsp:txBody>
      <dsp:txXfrm>
        <a:off x="2367548" y="3039072"/>
        <a:ext cx="1199613" cy="40449"/>
      </dsp:txXfrm>
    </dsp:sp>
    <dsp:sp modelId="{0F28D07E-2924-4C45-96A5-C0798C77F9CA}">
      <dsp:nvSpPr>
        <dsp:cNvPr id="17" name="圆角矩形 16"/>
        <dsp:cNvSpPr/>
      </dsp:nvSpPr>
      <dsp:spPr bwMode="white">
        <a:xfrm>
          <a:off x="45042" y="2800550"/>
          <a:ext cx="2435261" cy="1217630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0320" tIns="20320" rIns="20320" bIns="2032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200">
              <a:latin typeface="仿宋" panose="02010609060101010101" charset="-122"/>
              <a:ea typeface="仿宋" panose="02010609060101010101" charset="-122"/>
              <a:sym typeface="+mn-ea"/>
            </a:rPr>
            <a:t>望梅止渴</a:t>
          </a:r>
          <a:endParaRPr lang="zh-CN" altLang="en-US" sz="3200">
            <a:latin typeface="仿宋" panose="02010609060101010101" charset="-122"/>
            <a:ea typeface="仿宋" panose="02010609060101010101" charset="-122"/>
            <a:sym typeface="+mn-ea"/>
          </a:endParaRPr>
        </a:p>
      </dsp:txBody>
      <dsp:txXfrm>
        <a:off x="45042" y="2800550"/>
        <a:ext cx="2435261" cy="1217630"/>
      </dsp:txXfrm>
    </dsp:sp>
    <dsp:sp modelId="{0AFAB612-88E7-40DB-A024-9FEACB4CD60E}">
      <dsp:nvSpPr>
        <dsp:cNvPr id="14" name="任意多边形 13"/>
        <dsp:cNvSpPr/>
      </dsp:nvSpPr>
      <dsp:spPr bwMode="white">
        <a:xfrm>
          <a:off x="1809705" y="3739209"/>
          <a:ext cx="2315299" cy="40449"/>
        </a:xfrm>
        <a:custGeom>
          <a:avLst/>
          <a:gdLst/>
          <a:ahLst/>
          <a:cxnLst/>
          <a:pathLst>
            <a:path w="3646" h="64">
              <a:moveTo>
                <a:pt x="2590" y="-1622"/>
              </a:moveTo>
              <a:lnTo>
                <a:pt x="1056" y="1686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</a:p>
      </dsp:txBody>
      <dsp:txXfrm>
        <a:off x="1809705" y="3739209"/>
        <a:ext cx="2315299" cy="40449"/>
      </dsp:txXfrm>
    </dsp:sp>
    <dsp:sp modelId="{D5E9A1CA-88F9-4319-85D8-67D5247BDAF5}">
      <dsp:nvSpPr>
        <dsp:cNvPr id="15" name="圆角矩形 14"/>
        <dsp:cNvSpPr/>
      </dsp:nvSpPr>
      <dsp:spPr bwMode="white">
        <a:xfrm>
          <a:off x="45042" y="4200825"/>
          <a:ext cx="2435261" cy="1217630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0320" tIns="20320" rIns="20320" bIns="2032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200">
              <a:latin typeface="仿宋" panose="02010609060101010101" charset="-122"/>
              <a:ea typeface="仿宋" panose="02010609060101010101" charset="-122"/>
              <a:sym typeface="+mn-ea"/>
            </a:rPr>
            <a:t>落英缤纷</a:t>
          </a:r>
          <a:endParaRPr lang="zh-CN" altLang="en-US" sz="3200">
            <a:latin typeface="仿宋" panose="02010609060101010101" charset="-122"/>
            <a:ea typeface="仿宋" panose="02010609060101010101" charset="-122"/>
            <a:sym typeface="+mn-ea"/>
          </a:endParaRPr>
        </a:p>
      </dsp:txBody>
      <dsp:txXfrm>
        <a:off x="45042" y="4200825"/>
        <a:ext cx="2435261" cy="12176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5934710" cy="5418455"/>
        <a:chOff x="0" y="0"/>
        <a:chExt cx="5934710" cy="5418455"/>
      </a:xfrm>
    </dsp:grpSpPr>
    <dsp:sp modelId="{24E3F4AB-32FB-4CE0-9DAC-FC4DD26B5900}">
      <dsp:nvSpPr>
        <dsp:cNvPr id="3" name="圆角矩形 2"/>
        <dsp:cNvSpPr/>
      </dsp:nvSpPr>
      <dsp:spPr bwMode="white">
        <a:xfrm>
          <a:off x="3454407" y="2100412"/>
          <a:ext cx="2435261" cy="1217630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7780" tIns="17780" rIns="17780" bIns="177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2800">
              <a:latin typeface="仿宋" panose="02010609060101010101" charset="-122"/>
              <a:ea typeface="仿宋" panose="02010609060101010101" charset="-122"/>
              <a:sym typeface="+mn-ea"/>
            </a:rPr>
            <a:t>与植物有关</a:t>
          </a:r>
          <a:endParaRPr lang="zh-CN" altLang="en-US" sz="2800">
            <a:latin typeface="仿宋" panose="02010609060101010101" charset="-122"/>
            <a:ea typeface="仿宋" panose="02010609060101010101" charset="-122"/>
            <a:sym typeface="+mn-ea"/>
          </a:endParaRPr>
        </a:p>
      </dsp:txBody>
      <dsp:txXfrm>
        <a:off x="3454407" y="2100412"/>
        <a:ext cx="2435261" cy="1217630"/>
      </dsp:txXfrm>
    </dsp:sp>
    <dsp:sp modelId="{B47BD6C9-6D53-4A69-975F-9CF96E25F10F}">
      <dsp:nvSpPr>
        <dsp:cNvPr id="4" name="任意多边形 3"/>
        <dsp:cNvSpPr/>
      </dsp:nvSpPr>
      <dsp:spPr bwMode="white">
        <a:xfrm>
          <a:off x="1809705" y="1638797"/>
          <a:ext cx="2315299" cy="40449"/>
        </a:xfrm>
        <a:custGeom>
          <a:avLst/>
          <a:gdLst/>
          <a:ahLst/>
          <a:cxnLst/>
          <a:pathLst>
            <a:path w="3646" h="64">
              <a:moveTo>
                <a:pt x="2590" y="1686"/>
              </a:moveTo>
              <a:lnTo>
                <a:pt x="1056" y="-1622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>
        <a:off x="1809705" y="1638797"/>
        <a:ext cx="2315299" cy="40449"/>
      </dsp:txXfrm>
    </dsp:sp>
    <dsp:sp modelId="{3C0D5057-54F2-42F8-ADAD-AA27A1CC1A1B}">
      <dsp:nvSpPr>
        <dsp:cNvPr id="5" name="圆角矩形 4"/>
        <dsp:cNvSpPr/>
      </dsp:nvSpPr>
      <dsp:spPr bwMode="white">
        <a:xfrm>
          <a:off x="45042" y="0"/>
          <a:ext cx="2435261" cy="1217630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0320" tIns="20320" rIns="20320" bIns="2032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200">
              <a:latin typeface="仿宋" panose="02010609060101010101" charset="-122"/>
              <a:ea typeface="仿宋" panose="02010609060101010101" charset="-122"/>
              <a:sym typeface="+mn-ea"/>
            </a:rPr>
            <a:t>柳暗花明</a:t>
          </a:r>
          <a:endParaRPr lang="zh-CN" altLang="en-US" sz="3200">
            <a:latin typeface="仿宋" panose="02010609060101010101" charset="-122"/>
            <a:ea typeface="仿宋" panose="02010609060101010101" charset="-122"/>
          </a:endParaRPr>
        </a:p>
      </dsp:txBody>
      <dsp:txXfrm>
        <a:off x="45042" y="0"/>
        <a:ext cx="2435261" cy="1217630"/>
      </dsp:txXfrm>
    </dsp:sp>
    <dsp:sp modelId="{2E81B90F-7494-41FF-808F-F7F82B993B40}">
      <dsp:nvSpPr>
        <dsp:cNvPr id="10" name="任意多边形 9"/>
        <dsp:cNvSpPr/>
      </dsp:nvSpPr>
      <dsp:spPr bwMode="white">
        <a:xfrm>
          <a:off x="2367548" y="2338934"/>
          <a:ext cx="1199613" cy="40449"/>
        </a:xfrm>
        <a:custGeom>
          <a:avLst/>
          <a:gdLst/>
          <a:ahLst/>
          <a:cxnLst/>
          <a:pathLst>
            <a:path w="1889" h="64">
              <a:moveTo>
                <a:pt x="1712" y="583"/>
              </a:moveTo>
              <a:lnTo>
                <a:pt x="178" y="-519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>
        <a:off x="2367548" y="2338934"/>
        <a:ext cx="1199613" cy="40449"/>
      </dsp:txXfrm>
    </dsp:sp>
    <dsp:sp modelId="{3D382021-A429-4403-82FF-5A95DD3EBB20}">
      <dsp:nvSpPr>
        <dsp:cNvPr id="11" name="圆角矩形 10"/>
        <dsp:cNvSpPr/>
      </dsp:nvSpPr>
      <dsp:spPr bwMode="white">
        <a:xfrm>
          <a:off x="45042" y="1400275"/>
          <a:ext cx="2435261" cy="1217630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0320" tIns="20320" rIns="20320" bIns="2032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200">
              <a:latin typeface="仿宋" panose="02010609060101010101" charset="-122"/>
              <a:ea typeface="仿宋" panose="02010609060101010101" charset="-122"/>
              <a:sym typeface="+mn-ea"/>
            </a:rPr>
            <a:t>草木皆兵</a:t>
          </a:r>
          <a:endParaRPr lang="zh-CN" altLang="en-US" sz="3200">
            <a:latin typeface="仿宋" panose="02010609060101010101" charset="-122"/>
            <a:ea typeface="仿宋" panose="02010609060101010101" charset="-122"/>
            <a:sym typeface="+mn-ea"/>
          </a:endParaRPr>
        </a:p>
      </dsp:txBody>
      <dsp:txXfrm>
        <a:off x="45042" y="1400275"/>
        <a:ext cx="2435261" cy="1217630"/>
      </dsp:txXfrm>
    </dsp:sp>
    <dsp:sp modelId="{934F94D6-3132-4246-9D92-F7623C8FDBBF}">
      <dsp:nvSpPr>
        <dsp:cNvPr id="16" name="任意多边形 15"/>
        <dsp:cNvSpPr/>
      </dsp:nvSpPr>
      <dsp:spPr bwMode="white">
        <a:xfrm>
          <a:off x="2367548" y="3039072"/>
          <a:ext cx="1199613" cy="40449"/>
        </a:xfrm>
        <a:custGeom>
          <a:avLst/>
          <a:gdLst/>
          <a:ahLst/>
          <a:cxnLst/>
          <a:pathLst>
            <a:path w="1889" h="64">
              <a:moveTo>
                <a:pt x="1712" y="-519"/>
              </a:moveTo>
              <a:lnTo>
                <a:pt x="178" y="583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</a:p>
      </dsp:txBody>
      <dsp:txXfrm>
        <a:off x="2367548" y="3039072"/>
        <a:ext cx="1199613" cy="40449"/>
      </dsp:txXfrm>
    </dsp:sp>
    <dsp:sp modelId="{0F28D07E-2924-4C45-96A5-C0798C77F9CA}">
      <dsp:nvSpPr>
        <dsp:cNvPr id="17" name="圆角矩形 16"/>
        <dsp:cNvSpPr/>
      </dsp:nvSpPr>
      <dsp:spPr bwMode="white">
        <a:xfrm>
          <a:off x="45042" y="2800550"/>
          <a:ext cx="2435261" cy="1217630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0320" tIns="20320" rIns="20320" bIns="2032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200">
              <a:latin typeface="仿宋" panose="02010609060101010101" charset="-122"/>
              <a:ea typeface="仿宋" panose="02010609060101010101" charset="-122"/>
              <a:sym typeface="+mn-ea"/>
            </a:rPr>
            <a:t>望梅止渴</a:t>
          </a:r>
          <a:endParaRPr lang="zh-CN" altLang="en-US" sz="3200">
            <a:latin typeface="仿宋" panose="02010609060101010101" charset="-122"/>
            <a:ea typeface="仿宋" panose="02010609060101010101" charset="-122"/>
            <a:sym typeface="+mn-ea"/>
          </a:endParaRPr>
        </a:p>
      </dsp:txBody>
      <dsp:txXfrm>
        <a:off x="45042" y="2800550"/>
        <a:ext cx="2435261" cy="1217630"/>
      </dsp:txXfrm>
    </dsp:sp>
    <dsp:sp modelId="{0AFAB612-88E7-40DB-A024-9FEACB4CD60E}">
      <dsp:nvSpPr>
        <dsp:cNvPr id="14" name="任意多边形 13"/>
        <dsp:cNvSpPr/>
      </dsp:nvSpPr>
      <dsp:spPr bwMode="white">
        <a:xfrm>
          <a:off x="1809705" y="3739209"/>
          <a:ext cx="2315299" cy="40449"/>
        </a:xfrm>
        <a:custGeom>
          <a:avLst/>
          <a:gdLst/>
          <a:ahLst/>
          <a:cxnLst/>
          <a:pathLst>
            <a:path w="3646" h="64">
              <a:moveTo>
                <a:pt x="2590" y="-1622"/>
              </a:moveTo>
              <a:lnTo>
                <a:pt x="1056" y="1686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</a:p>
      </dsp:txBody>
      <dsp:txXfrm>
        <a:off x="1809705" y="3739209"/>
        <a:ext cx="2315299" cy="40449"/>
      </dsp:txXfrm>
    </dsp:sp>
    <dsp:sp modelId="{D5E9A1CA-88F9-4319-85D8-67D5247BDAF5}">
      <dsp:nvSpPr>
        <dsp:cNvPr id="15" name="圆角矩形 14"/>
        <dsp:cNvSpPr/>
      </dsp:nvSpPr>
      <dsp:spPr bwMode="white">
        <a:xfrm>
          <a:off x="45042" y="4200825"/>
          <a:ext cx="2435261" cy="1217630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0320" tIns="20320" rIns="20320" bIns="2032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200">
              <a:latin typeface="仿宋" panose="02010609060101010101" charset="-122"/>
              <a:ea typeface="仿宋" panose="02010609060101010101" charset="-122"/>
              <a:sym typeface="+mn-ea"/>
            </a:rPr>
            <a:t>落英缤纷</a:t>
          </a:r>
          <a:endParaRPr lang="zh-CN" altLang="en-US" sz="3200">
            <a:latin typeface="仿宋" panose="02010609060101010101" charset="-122"/>
            <a:ea typeface="仿宋" panose="02010609060101010101" charset="-122"/>
            <a:sym typeface="+mn-ea"/>
          </a:endParaRPr>
        </a:p>
      </dsp:txBody>
      <dsp:txXfrm>
        <a:off x="45042" y="4200825"/>
        <a:ext cx="2435261" cy="12176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diagramColors" Target="../diagrams/colors2.xml"/><Relationship Id="rId8" Type="http://schemas.openxmlformats.org/officeDocument/2006/relationships/diagramQuickStyle" Target="../diagrams/quickStyle2.xml"/><Relationship Id="rId7" Type="http://schemas.openxmlformats.org/officeDocument/2006/relationships/diagramLayout" Target="../diagrams/layout2.xml"/><Relationship Id="rId6" Type="http://schemas.openxmlformats.org/officeDocument/2006/relationships/diagramData" Target="../diagrams/data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35.xml"/><Relationship Id="rId10" Type="http://schemas.microsoft.com/office/2007/relationships/diagramDrawing" Target="../diagrams/drawing2.xml"/><Relationship Id="rId1" Type="http://schemas.openxmlformats.org/officeDocument/2006/relationships/diagramData" Target="../diagrams/data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成 语 学 习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成语内容提纲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与植物有关的成语</a:t>
            </a:r>
            <a:endParaRPr lang="zh-CN" altLang="en-US"/>
          </a:p>
          <a:p>
            <a:r>
              <a:rPr lang="zh-CN" altLang="en-US"/>
              <a:t>与动物有关的成语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与植物有关的成语（</a:t>
            </a:r>
            <a:r>
              <a:rPr lang="en-US" altLang="zh-CN">
                <a:sym typeface="+mn-ea"/>
              </a:rPr>
              <a:t>1</a:t>
            </a:r>
            <a:r>
              <a:rPr>
                <a:sym typeface="+mn-ea"/>
              </a:rPr>
              <a:t>）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柳暗花明</a:t>
            </a:r>
            <a:endParaRPr lang="zh-CN" altLang="en-US"/>
          </a:p>
          <a:p>
            <a:r>
              <a:rPr lang="zh-CN" altLang="en-US"/>
              <a:t>读音：liǔ àn huā míng</a:t>
            </a:r>
            <a:endParaRPr lang="zh-CN" altLang="en-US"/>
          </a:p>
          <a:p>
            <a:r>
              <a:rPr lang="zh-CN" altLang="en-US"/>
              <a:t>出处：唐·武元衡《摩诃池送李侍御之凤翔》诗：“柳暗花明池上山，高楼歌酒换离颜。” </a:t>
            </a:r>
            <a:endParaRPr lang="zh-CN" altLang="en-US"/>
          </a:p>
          <a:p>
            <a:r>
              <a:rPr lang="zh-CN" altLang="en-US"/>
              <a:t>释义：形容绿柳成荫，繁花似锦的景象。也比喻经过一番曲折后，出现新的局面。多指由逆境转变为充满希望，前途光明的顺境。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与植物有关的成语（</a:t>
            </a:r>
            <a:r>
              <a:rPr lang="en-US" altLang="zh-CN">
                <a:sym typeface="+mn-ea"/>
              </a:rPr>
              <a:t>2</a:t>
            </a:r>
            <a:r>
              <a:rPr>
                <a:sym typeface="+mn-ea"/>
              </a:rPr>
              <a:t>）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草木皆兵</a:t>
            </a:r>
            <a:endParaRPr lang="zh-CN" altLang="en-US"/>
          </a:p>
          <a:p>
            <a:r>
              <a:rPr lang="zh-CN" altLang="en-US"/>
              <a:t>读音：cǎo mù jiē bīng</a:t>
            </a:r>
            <a:endParaRPr lang="zh-CN" altLang="en-US"/>
          </a:p>
          <a:p>
            <a:r>
              <a:rPr lang="zh-CN" altLang="en-US"/>
              <a:t>出处：《晋书·苻坚载记下》：“坚与苻融登城而望王师，见部阵齐整，将士精锐；又北望八公山上草森皆类人形，顾谓融曰：‘此亦勍敌也，何谓少乎？’怃然有惧色。”</a:t>
            </a:r>
            <a:endParaRPr lang="zh-CN" altLang="en-US"/>
          </a:p>
          <a:p>
            <a:r>
              <a:rPr lang="zh-CN" altLang="en-US"/>
              <a:t>释义：后用“草木皆兵”形容人疑神疑鬼，稍有动静，就感到害怕。 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与植物有关的成语（</a:t>
            </a:r>
            <a:r>
              <a:rPr lang="en-US" altLang="zh-CN">
                <a:sym typeface="+mn-ea"/>
              </a:rPr>
              <a:t>3</a:t>
            </a:r>
            <a:r>
              <a:rPr>
                <a:sym typeface="+mn-ea"/>
              </a:rPr>
              <a:t>）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望梅止渴</a:t>
            </a:r>
            <a:endParaRPr lang="zh-CN" altLang="en-US"/>
          </a:p>
          <a:p>
            <a:r>
              <a:rPr lang="zh-CN" altLang="en-US"/>
              <a:t>读音：wàng méi zhǐ kě</a:t>
            </a:r>
            <a:endParaRPr lang="zh-CN" altLang="en-US"/>
          </a:p>
          <a:p>
            <a:r>
              <a:rPr lang="zh-CN" altLang="en-US"/>
              <a:t>出处：南朝宋刘义庆《世说新语·假谲》：“魏武行役，失汲道，军皆渴。乃令曰：‘前有大梅林，饶子，甘酸可以解渴。’ 士卒闻之，口皆出水，乘此得及前源。”</a:t>
            </a:r>
            <a:endParaRPr lang="zh-CN" altLang="en-US"/>
          </a:p>
          <a:p>
            <a:r>
              <a:rPr lang="zh-CN" altLang="en-US"/>
              <a:t>释义：后用“望梅止渴”比喻用空想或空话等来安慰自己或别人。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与植物有关的成语（</a:t>
            </a:r>
            <a:r>
              <a:rPr lang="en-US" altLang="zh-CN">
                <a:sym typeface="+mn-ea"/>
              </a:rPr>
              <a:t>4</a:t>
            </a:r>
            <a:r>
              <a:rPr>
                <a:sym typeface="+mn-ea"/>
              </a:rPr>
              <a:t>）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落英缤纷</a:t>
            </a:r>
            <a:endParaRPr lang="zh-CN" altLang="en-US"/>
          </a:p>
          <a:p>
            <a:r>
              <a:rPr lang="zh-CN" altLang="en-US"/>
              <a:t>读音：luò yīng bīn fēn</a:t>
            </a:r>
            <a:endParaRPr lang="zh-CN" altLang="en-US"/>
          </a:p>
          <a:p>
            <a:r>
              <a:rPr lang="zh-CN" altLang="en-US"/>
              <a:t>出处：晋·陶潜《桃花源记》：“忽逢桃花林，夹岸数百步，中无杂树，芳草鲜美，落英缤纷，渔人甚异之。”</a:t>
            </a:r>
            <a:endParaRPr lang="zh-CN" altLang="en-US"/>
          </a:p>
          <a:p>
            <a:r>
              <a:rPr lang="zh-CN" altLang="en-US"/>
              <a:t>释义：鲜花盛开，花瓣纷纷飘落。形容春天美好的景色。也指花儿凋谢的暮春天气。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与植物有关的成语（</a:t>
            </a:r>
            <a:r>
              <a:rPr lang="en-US" altLang="zh-CN">
                <a:sym typeface="+mn-ea"/>
              </a:rPr>
              <a:t>5</a:t>
            </a:r>
            <a:r>
              <a:rPr>
                <a:sym typeface="+mn-ea"/>
              </a:rPr>
              <a:t>）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藕断丝连</a:t>
            </a:r>
            <a:endParaRPr lang="zh-CN" altLang="en-US"/>
          </a:p>
          <a:p>
            <a:r>
              <a:rPr lang="zh-CN" altLang="en-US"/>
              <a:t>读音：ǒu duàn sī lián</a:t>
            </a:r>
            <a:endParaRPr lang="zh-CN" altLang="en-US"/>
          </a:p>
          <a:p>
            <a:r>
              <a:rPr lang="zh-CN" altLang="en-US"/>
              <a:t>出处：唐·孟郊《去妇》诗：“妾心藕中丝，虽断犹牵连。”</a:t>
            </a:r>
            <a:endParaRPr lang="zh-CN" altLang="en-US"/>
          </a:p>
          <a:p>
            <a:r>
              <a:rPr lang="zh-CN" altLang="en-US"/>
              <a:t>释义：意为藕已断了，但藕丝却仍相连。后用“藕断丝连”比喻表面上断了关系，实际上仍有牵连。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与动物有关的成语（</a:t>
            </a:r>
            <a:r>
              <a:rPr lang="en-US" altLang="zh-CN">
                <a:sym typeface="+mn-ea"/>
              </a:rPr>
              <a:t>1</a:t>
            </a:r>
            <a:r>
              <a:rPr>
                <a:sym typeface="+mn-ea"/>
              </a:rPr>
              <a:t>）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老马识途</a:t>
            </a:r>
            <a:endParaRPr lang="zh-CN" altLang="en-US"/>
          </a:p>
          <a:p>
            <a:r>
              <a:rPr lang="zh-CN" altLang="en-US"/>
              <a:t>读音：lǎo mǎ shí tú</a:t>
            </a:r>
            <a:endParaRPr lang="zh-CN" altLang="en-US"/>
          </a:p>
          <a:p>
            <a:r>
              <a:rPr lang="zh-CN" altLang="en-US"/>
              <a:t>出处：《韩非子·说林上》：“管仲、隰朋从桓公伐孤竹，春往冬反，迷惑失道。管仲曰：“老马之智可用也。”乃放老马而随之，遂得道。”</a:t>
            </a:r>
            <a:endParaRPr lang="zh-CN" altLang="en-US"/>
          </a:p>
          <a:p>
            <a:r>
              <a:rPr lang="zh-CN" altLang="en-US"/>
              <a:t>释义：意指老马认识走过的路。后用“老马识途”比喻阅历多，经验丰富的人能看清方向，办事熟悉。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与动物有关的成语（</a:t>
            </a:r>
            <a:r>
              <a:rPr lang="en-US" altLang="zh-CN">
                <a:sym typeface="+mn-ea"/>
              </a:rPr>
              <a:t>2</a:t>
            </a:r>
            <a:r>
              <a:rPr>
                <a:sym typeface="+mn-ea"/>
              </a:rPr>
              <a:t>）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画龙点睛</a:t>
            </a:r>
            <a:endParaRPr lang="zh-CN" altLang="en-US"/>
          </a:p>
          <a:p>
            <a:r>
              <a:rPr lang="zh-CN" altLang="en-US"/>
              <a:t>读音：huà lóng diǎn jīng</a:t>
            </a:r>
            <a:endParaRPr lang="zh-CN" altLang="en-US"/>
          </a:p>
          <a:p>
            <a:r>
              <a:rPr lang="zh-CN" altLang="en-US"/>
              <a:t>出处：唐·张彦远《历代名画记》：“武帝崇饰佛寺，多命僧繇画之……金陵安乐寺四白龙不点眼睛，每云：“点睛即飞去”。人以为妄诞，固请点之，须臾雷电破壁，两龙乘之腾去上天，二龙未点睛者见在。”</a:t>
            </a:r>
            <a:endParaRPr lang="zh-CN" altLang="en-US"/>
          </a:p>
          <a:p>
            <a:r>
              <a:rPr lang="zh-CN" altLang="en-US"/>
              <a:t>释义：比喻艺术创作在关键处着墨或写作，说话时在关键处加上精辟词语，可使内容更加生动传神。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与动物有关的成语（</a:t>
            </a:r>
            <a:r>
              <a:rPr lang="en-US" altLang="zh-CN">
                <a:sym typeface="+mn-ea"/>
              </a:rPr>
              <a:t>3</a:t>
            </a:r>
            <a:r>
              <a:rPr>
                <a:sym typeface="+mn-ea"/>
              </a:rPr>
              <a:t>）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如虎添翼</a:t>
            </a:r>
            <a:endParaRPr lang="zh-CN" altLang="en-US"/>
          </a:p>
          <a:p>
            <a:r>
              <a:rPr lang="zh-CN" altLang="en-US"/>
              <a:t>读音：rú hǔ tiān yì</a:t>
            </a:r>
            <a:endParaRPr lang="zh-CN" altLang="en-US"/>
          </a:p>
          <a:p>
            <a:r>
              <a:rPr lang="zh-CN" altLang="en-US"/>
              <a:t>出处：明·西周生《醒世姻缘传》：“教得个女儿如虎添翼一般，那里听薛夫人的解劝。”</a:t>
            </a:r>
            <a:endParaRPr lang="zh-CN" altLang="en-US"/>
          </a:p>
          <a:p>
            <a:r>
              <a:rPr lang="zh-CN" altLang="en-US"/>
              <a:t>释义：好像老虎加上了翅膀一样。比喻强者得到了有力的帮助而更加强大。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与动物有关的成语（</a:t>
            </a:r>
            <a:r>
              <a:rPr lang="en-US" altLang="zh-CN">
                <a:sym typeface="+mn-ea"/>
              </a:rPr>
              <a:t>4</a:t>
            </a:r>
            <a:r>
              <a:rPr>
                <a:sym typeface="+mn-ea"/>
              </a:rPr>
              <a:t>）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汗牛充栋</a:t>
            </a:r>
            <a:endParaRPr lang="zh-CN" altLang="en-US"/>
          </a:p>
          <a:p>
            <a:r>
              <a:rPr lang="zh-CN" altLang="en-US"/>
              <a:t>读音：hàn niú chōng dòng</a:t>
            </a:r>
            <a:endParaRPr lang="zh-CN" altLang="en-US"/>
          </a:p>
          <a:p>
            <a:r>
              <a:rPr lang="zh-CN" altLang="en-US"/>
              <a:t>出处：唐·柳宗元《柳先生集·卷九·陆文通先生墓表》：“其为书，处则充栋宇，出则汗牛马。”</a:t>
            </a:r>
            <a:endParaRPr lang="zh-CN" altLang="en-US"/>
          </a:p>
          <a:p>
            <a:r>
              <a:rPr lang="zh-CN" altLang="en-US"/>
              <a:t>释义：意为书多得堆满屋子，用车运时，牛要累得出汗。后用“汗牛充栋”形容藏书或著作极多。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与动物有关的成语（</a:t>
            </a:r>
            <a:r>
              <a:rPr lang="en-US" altLang="zh-CN">
                <a:sym typeface="+mn-ea"/>
              </a:rPr>
              <a:t>5</a:t>
            </a:r>
            <a:r>
              <a:rPr>
                <a:sym typeface="+mn-ea"/>
              </a:rPr>
              <a:t>）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闻鸡起舞</a:t>
            </a:r>
            <a:endParaRPr lang="zh-CN" altLang="en-US"/>
          </a:p>
          <a:p>
            <a:r>
              <a:rPr lang="zh-CN" altLang="en-US"/>
              <a:t>读音：wén jī qǐ wǔ</a:t>
            </a:r>
            <a:endParaRPr lang="zh-CN" altLang="en-US"/>
          </a:p>
          <a:p>
            <a:r>
              <a:rPr lang="zh-CN" altLang="en-US"/>
              <a:t>出处：语出《晋书·祖逖传》：“中夜闻荒鸡鸣，蹴琨觉曰：‘此非恶声也。’因起舞。”</a:t>
            </a:r>
            <a:endParaRPr lang="zh-CN" altLang="en-US"/>
          </a:p>
          <a:p>
            <a:r>
              <a:rPr lang="zh-CN" altLang="en-US"/>
              <a:t>释义：祖逖与刘琨互相勉励，立志为国效力，半夜听到鸡叫就起床舞剑，刻苦练功。后用“闻鸡起舞”形容有志之士及时发奋，刻苦自励。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dgm="http://schemas.openxmlformats.org/drawingml/2006/diagram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学习总结</a:t>
            </a:r>
          </a:p>
        </p:txBody>
      </p:sp>
      <p:graphicFrame>
        <p:nvGraphicFramePr>
          <p:cNvPr id="4" name="图示 3" title="望梅止渴"/>
          <p:cNvGraphicFramePr/>
          <p:nvPr/>
        </p:nvGraphicFramePr>
        <p:xfrm>
          <a:off x="142875" y="1313815"/>
          <a:ext cx="5934710" cy="54184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graphicFrame>
        <p:nvGraphicFramePr>
          <p:cNvPr id="7" name="图示 6" title="望梅止渴"/>
          <p:cNvGraphicFramePr/>
          <p:nvPr/>
        </p:nvGraphicFramePr>
        <p:xfrm>
          <a:off x="6077585" y="1313815"/>
          <a:ext cx="5934710" cy="54184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custDataLst>
      <p:tags r:id="rId1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23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24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2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2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27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2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2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30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31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32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33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34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3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1334</Words>
  <Application>WPS 演示</Application>
  <PresentationFormat>宽屏</PresentationFormat>
  <Paragraphs>80</Paragraphs>
  <Slides>13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Wingdings</vt:lpstr>
      <vt:lpstr>仿宋</vt:lpstr>
      <vt:lpstr>Arial Unicode MS</vt:lpstr>
      <vt:lpstr>Calibri</vt:lpstr>
      <vt:lpstr>Office 主题​​</vt:lpstr>
      <vt:lpstr>成 语 学 习</vt:lpstr>
      <vt:lpstr>成语</vt:lpstr>
      <vt:lpstr>与植物有关的成语（1）</vt:lpstr>
      <vt:lpstr>与植物有关的成语（2）</vt:lpstr>
      <vt:lpstr>与植物有关的成语（3）</vt:lpstr>
      <vt:lpstr>与植物有关的成语（4）</vt:lpstr>
      <vt:lpstr>与植物有关的成语（5）</vt:lpstr>
      <vt:lpstr>与动物有关的成语（1）</vt:lpstr>
      <vt:lpstr>与动物有关的成语（2）</vt:lpstr>
      <vt:lpstr>与动物有关的成语（3）</vt:lpstr>
      <vt:lpstr>与动物有关的成语（4）</vt:lpstr>
      <vt:lpstr>与动物有关的成语（5）</vt:lpstr>
      <vt:lpstr>学习总结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Jane</cp:lastModifiedBy>
  <cp:revision>178</cp:revision>
  <dcterms:created xsi:type="dcterms:W3CDTF">2019-06-19T02:08:00Z</dcterms:created>
  <dcterms:modified xsi:type="dcterms:W3CDTF">2020-11-24T07:46:56Z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2052-11.1.0.10009</vt:lpwstr>
  </property>
</Properties>
</file>