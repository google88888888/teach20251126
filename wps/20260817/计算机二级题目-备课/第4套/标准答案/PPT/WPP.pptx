
<file path=[Content_Types].xml><?xml version="1.0" encoding="utf-8"?>
<Types xmlns="http://schemas.openxmlformats.org/package/2006/content-types"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10" r:id="rId3"/>
    <p:sldId id="412" r:id="rId4"/>
    <p:sldId id="413" r:id="rId5"/>
    <p:sldId id="415" r:id="rId6"/>
    <p:sldId id="414" r:id="rId7"/>
    <p:sldId id="416" r:id="rId8"/>
    <p:sldId id="417" r:id="rId9"/>
    <p:sldId id="418" r:id="rId10"/>
    <p:sldId id="419" r:id="rId11"/>
    <p:sldId id="420" r:id="rId12"/>
    <p:sldId id="421" r:id="rId13"/>
    <p:sldId id="422" r:id="rId14"/>
    <p:sldId id="42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9"/>
        <p:guide pos="38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E73B03-4D71-4565-8C52-4902BE6377A4}" type="doc">
      <dgm:prSet loTypeId="hierarchy" loCatId="hierarchy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0605F139-5EF0-48E7-A091-192233D2011D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800">
              <a:latin typeface="仿宋" panose="02010609060101010101" charset="-122"/>
              <a:ea typeface="仿宋" panose="02010609060101010101" charset="-122"/>
              <a:sym typeface="+mn-ea"/>
            </a:rPr>
            <a:t>与植物有关</a:t>
          </a:r>
          <a:r>
            <a:rPr lang="zh-CN" altLang="en-US" sz="2800">
              <a:latin typeface="仿宋" panose="02010609060101010101" charset="-122"/>
              <a:ea typeface="仿宋" panose="02010609060101010101" charset="-122"/>
              <a:sym typeface="+mn-ea"/>
            </a:rPr>
            <a:t/>
          </a:r>
          <a:endParaRPr lang="zh-CN" altLang="en-US" sz="2800">
            <a:latin typeface="仿宋" panose="02010609060101010101" charset="-122"/>
            <a:ea typeface="仿宋" panose="02010609060101010101" charset="-122"/>
            <a:sym typeface="+mn-ea"/>
          </a:endParaRPr>
        </a:p>
      </dgm:t>
    </dgm:pt>
    <dgm:pt modelId="{2AFB1B2A-8749-4E5E-9CB9-0B60F81C46F8}" cxnId="{D7EDE1A4-AEA7-45C5-AC0E-E5F3EF588151}" type="parTrans">
      <dgm:prSet/>
      <dgm:spPr/>
      <dgm:t>
        <a:bodyPr/>
        <a:p>
          <a:endParaRPr lang="zh-CN" altLang="en-US"/>
        </a:p>
      </dgm:t>
    </dgm:pt>
    <dgm:pt modelId="{E0FFEB56-236E-4FE9-83BF-31494E265D5A}" cxnId="{D7EDE1A4-AEA7-45C5-AC0E-E5F3EF588151}" type="sibTrans">
      <dgm:prSet/>
      <dgm:spPr/>
      <dgm:t>
        <a:bodyPr/>
        <a:p>
          <a:endParaRPr lang="zh-CN" altLang="en-US"/>
        </a:p>
      </dgm:t>
    </dgm:pt>
    <dgm:pt modelId="{4530EE7D-F557-4815-9ED2-EABC47F46978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柳暗花明</a:t>
          </a:r>
          <a:r>
            <a:rPr lang="zh-CN" altLang="en-US" sz="3200">
              <a:latin typeface="仿宋" panose="02010609060101010101" charset="-122"/>
              <a:ea typeface="仿宋" panose="02010609060101010101" charset="-122"/>
            </a:rPr>
            <a:t/>
          </a:r>
          <a:endParaRPr lang="zh-CN" altLang="en-US" sz="3200">
            <a:latin typeface="仿宋" panose="02010609060101010101" charset="-122"/>
            <a:ea typeface="仿宋" panose="02010609060101010101" charset="-122"/>
          </a:endParaRPr>
        </a:p>
      </dgm:t>
    </dgm:pt>
    <dgm:pt modelId="{AC2BFF99-DAE2-494A-88AB-85D75BC6D2EE}" cxnId="{D6305E44-6B4F-422D-B1BC-83428CEECEC2}" type="parTrans">
      <dgm:prSet/>
      <dgm:spPr/>
      <dgm:t>
        <a:bodyPr/>
        <a:p>
          <a:endParaRPr lang="zh-CN" altLang="en-US"/>
        </a:p>
      </dgm:t>
    </dgm:pt>
    <dgm:pt modelId="{B98A0394-6758-42EB-8D0E-4491BED52B6C}" cxnId="{D6305E44-6B4F-422D-B1BC-83428CEECEC2}" type="sibTrans">
      <dgm:prSet/>
      <dgm:spPr/>
      <dgm:t>
        <a:bodyPr/>
        <a:p>
          <a:endParaRPr lang="zh-CN" altLang="en-US"/>
        </a:p>
      </dgm:t>
    </dgm:pt>
    <dgm:pt modelId="{4E4A1E17-A3EC-4A54-9171-277E11A0B287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草木皆兵</a:t>
          </a: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/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gm:t>
    </dgm:pt>
    <dgm:pt modelId="{367D7799-1E5C-4947-8AD1-85D1E0D367AF}" cxnId="{D08B899E-F8C8-4306-814C-94977C84634C}" type="parTrans">
      <dgm:prSet/>
      <dgm:spPr/>
      <dgm:t>
        <a:bodyPr/>
        <a:p>
          <a:endParaRPr lang="zh-CN" altLang="en-US"/>
        </a:p>
      </dgm:t>
    </dgm:pt>
    <dgm:pt modelId="{7FFEBD18-7D5B-41C0-A8F3-60942A71708D}" cxnId="{D08B899E-F8C8-4306-814C-94977C84634C}" type="sibTrans">
      <dgm:prSet/>
      <dgm:spPr/>
      <dgm:t>
        <a:bodyPr/>
        <a:p>
          <a:endParaRPr lang="zh-CN" altLang="en-US"/>
        </a:p>
      </dgm:t>
    </dgm:pt>
    <dgm:pt modelId="{48342772-ABD8-4DA6-9173-5B493860287C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望梅止渴</a:t>
          </a: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/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gm:t>
    </dgm:pt>
    <dgm:pt modelId="{71BF255B-AD31-4A40-A4C3-C1E7A63AB7EC}" cxnId="{F9E318B9-C48F-456E-AA53-D1D32367313B}" type="parTrans">
      <dgm:prSet/>
      <dgm:spPr/>
    </dgm:pt>
    <dgm:pt modelId="{8BD12466-87E5-4EFF-BEFF-801CE4B93480}" cxnId="{F9E318B9-C48F-456E-AA53-D1D32367313B}" type="sibTrans">
      <dgm:prSet/>
      <dgm:spPr/>
    </dgm:pt>
    <dgm:pt modelId="{E2029FEA-9859-46C1-8EEC-2B6A45ED99E9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落英缤纷</a:t>
          </a: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/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gm:t>
    </dgm:pt>
    <dgm:pt modelId="{65886330-E5BC-46ED-9E8C-A4D4C11906AA}" cxnId="{C650D6FF-7525-4841-81B4-873F39F483D7}" type="parTrans">
      <dgm:prSet/>
      <dgm:spPr/>
    </dgm:pt>
    <dgm:pt modelId="{8F1FBB67-5918-4122-8B2C-E3460D67FE32}" cxnId="{C650D6FF-7525-4841-81B4-873F39F483D7}" type="sibTrans">
      <dgm:prSet/>
      <dgm:spPr/>
    </dgm:pt>
    <dgm:pt modelId="{6852A25E-FFE1-4AC2-B989-234D06FC38B5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3200">
              <a:latin typeface="仿宋" panose="02010609060101010101" charset="-122"/>
              <a:ea typeface="仿宋" panose="02010609060101010101" charset="-122"/>
            </a:rPr>
            <a:t>藕断丝连</a:t>
          </a:r>
          <a:r>
            <a:rPr lang="zh-CN" sz="3200">
              <a:latin typeface="仿宋" panose="02010609060101010101" charset="-122"/>
              <a:ea typeface="仿宋" panose="02010609060101010101" charset="-122"/>
            </a:rPr>
            <a:t/>
          </a:r>
          <a:endParaRPr lang="zh-CN" sz="3200">
            <a:latin typeface="仿宋" panose="02010609060101010101" charset="-122"/>
            <a:ea typeface="仿宋" panose="02010609060101010101" charset="-122"/>
          </a:endParaRPr>
        </a:p>
      </dgm:t>
    </dgm:pt>
    <dgm:pt modelId="{005C63EE-A619-4F26-99F9-1A58817742F9}" cxnId="{256E5615-BA8B-4C18-BACD-0C28FE90A9BA}" type="parTrans">
      <dgm:prSet/>
      <dgm:spPr/>
    </dgm:pt>
    <dgm:pt modelId="{49153209-8AC5-43C1-BFBC-DF7F7280729B}" cxnId="{256E5615-BA8B-4C18-BACD-0C28FE90A9BA}" type="sibTrans">
      <dgm:prSet/>
      <dgm:spPr/>
    </dgm:pt>
    <dgm:pt modelId="{5FBAB40F-6011-4629-9B30-77C9439C91BF}" type="pres">
      <dgm:prSet presAssocID="{EFE73B03-4D71-4565-8C52-4902BE6377A4}" presName="diagram" presStyleCnt="0">
        <dgm:presLayoutVars>
          <dgm:chPref val="1"/>
          <dgm:dir val="rev"/>
          <dgm:animOne val="branch"/>
          <dgm:animLvl val="lvl"/>
          <dgm:resizeHandles val="exact"/>
        </dgm:presLayoutVars>
      </dgm:prSet>
      <dgm:spPr/>
    </dgm:pt>
    <dgm:pt modelId="{2332AA2E-A989-4175-BB73-78EA4C3BDB65}" type="pres">
      <dgm:prSet presAssocID="{0605F139-5EF0-48E7-A091-192233D2011D}" presName="root1" presStyleCnt="0"/>
      <dgm:spPr/>
    </dgm:pt>
    <dgm:pt modelId="{24E3F4AB-32FB-4CE0-9DAC-FC4DD26B5900}" type="pres">
      <dgm:prSet presAssocID="{0605F139-5EF0-48E7-A091-192233D2011D}" presName="LevelOneTextNode" presStyleLbl="node0" presStyleIdx="0" presStyleCnt="1">
        <dgm:presLayoutVars>
          <dgm:chPref val="3"/>
        </dgm:presLayoutVars>
      </dgm:prSet>
      <dgm:spPr/>
    </dgm:pt>
    <dgm:pt modelId="{44F25638-8073-4DA7-9390-5AC06A304565}" type="pres">
      <dgm:prSet presAssocID="{0605F139-5EF0-48E7-A091-192233D2011D}" presName="level2hierChild" presStyleCnt="0"/>
      <dgm:spPr/>
    </dgm:pt>
    <dgm:pt modelId="{B47BD6C9-6D53-4A69-975F-9CF96E25F10F}" type="pres">
      <dgm:prSet presAssocID="{AC2BFF99-DAE2-494A-88AB-85D75BC6D2EE}" presName="conn2-1" presStyleLbl="parChTrans1D2" presStyleIdx="0" presStyleCnt="5"/>
      <dgm:spPr/>
    </dgm:pt>
    <dgm:pt modelId="{C1833E64-0598-4ED8-B73B-4C820BB35531}" type="pres">
      <dgm:prSet presAssocID="{AC2BFF99-DAE2-494A-88AB-85D75BC6D2EE}" presName="connTx" presStyleCnt="0"/>
      <dgm:spPr/>
    </dgm:pt>
    <dgm:pt modelId="{46F58ACF-5130-428E-B3EF-87D6FEC0C921}" type="pres">
      <dgm:prSet presAssocID="{4530EE7D-F557-4815-9ED2-EABC47F46978}" presName="root2" presStyleCnt="0"/>
      <dgm:spPr/>
    </dgm:pt>
    <dgm:pt modelId="{3C0D5057-54F2-42F8-ADAD-AA27A1CC1A1B}" type="pres">
      <dgm:prSet presAssocID="{4530EE7D-F557-4815-9ED2-EABC47F46978}" presName="LevelTwoTextNode" presStyleLbl="node2" presStyleIdx="0" presStyleCnt="5">
        <dgm:presLayoutVars>
          <dgm:chPref val="3"/>
        </dgm:presLayoutVars>
      </dgm:prSet>
      <dgm:spPr/>
    </dgm:pt>
    <dgm:pt modelId="{48673F39-879C-4946-8DC7-FD68F0552920}" type="pres">
      <dgm:prSet presAssocID="{4530EE7D-F557-4815-9ED2-EABC47F46978}" presName="level3hierChild" presStyleCnt="0"/>
      <dgm:spPr/>
    </dgm:pt>
    <dgm:pt modelId="{2E81B90F-7494-41FF-808F-F7F82B993B40}" type="pres">
      <dgm:prSet presAssocID="{367D7799-1E5C-4947-8AD1-85D1E0D367AF}" presName="conn2-1" presStyleLbl="parChTrans1D2" presStyleIdx="1" presStyleCnt="5"/>
      <dgm:spPr/>
    </dgm:pt>
    <dgm:pt modelId="{0F4B7785-0023-487B-801C-9850969E1D34}" type="pres">
      <dgm:prSet presAssocID="{367D7799-1E5C-4947-8AD1-85D1E0D367AF}" presName="connTx" presStyleCnt="0"/>
      <dgm:spPr/>
    </dgm:pt>
    <dgm:pt modelId="{4925E953-147A-4210-9A9C-63730A307231}" type="pres">
      <dgm:prSet presAssocID="{4E4A1E17-A3EC-4A54-9171-277E11A0B287}" presName="root2" presStyleCnt="0"/>
      <dgm:spPr/>
    </dgm:pt>
    <dgm:pt modelId="{3D382021-A429-4403-82FF-5A95DD3EBB20}" type="pres">
      <dgm:prSet presAssocID="{4E4A1E17-A3EC-4A54-9171-277E11A0B287}" presName="LevelTwoTextNode" presStyleLbl="node2" presStyleIdx="1" presStyleCnt="5">
        <dgm:presLayoutVars>
          <dgm:chPref val="3"/>
        </dgm:presLayoutVars>
      </dgm:prSet>
      <dgm:spPr/>
    </dgm:pt>
    <dgm:pt modelId="{6D231649-1A42-47D5-A289-01058E6A05B6}" type="pres">
      <dgm:prSet presAssocID="{4E4A1E17-A3EC-4A54-9171-277E11A0B287}" presName="level3hierChild" presStyleCnt="0"/>
      <dgm:spPr/>
    </dgm:pt>
    <dgm:pt modelId="{934F94D6-3132-4246-9D92-F7623C8FDBBF}" type="pres">
      <dgm:prSet presAssocID="{71BF255B-AD31-4A40-A4C3-C1E7A63AB7EC}" presName="conn2-1" presStyleLbl="parChTrans1D2" presStyleIdx="2" presStyleCnt="5"/>
      <dgm:spPr/>
    </dgm:pt>
    <dgm:pt modelId="{27913C13-7466-4DBF-A84E-E333B1BAD3B9}" type="pres">
      <dgm:prSet presAssocID="{71BF255B-AD31-4A40-A4C3-C1E7A63AB7EC}" presName="connTx" presStyleCnt="0"/>
      <dgm:spPr/>
    </dgm:pt>
    <dgm:pt modelId="{14830981-E089-40B5-95D6-E738142121F9}" type="pres">
      <dgm:prSet presAssocID="{48342772-ABD8-4DA6-9173-5B493860287C}" presName="root2" presStyleCnt="0"/>
      <dgm:spPr/>
    </dgm:pt>
    <dgm:pt modelId="{0F28D07E-2924-4C45-96A5-C0798C77F9CA}" type="pres">
      <dgm:prSet presAssocID="{48342772-ABD8-4DA6-9173-5B493860287C}" presName="LevelTwoTextNode" presStyleLbl="node2" presStyleIdx="2" presStyleCnt="5">
        <dgm:presLayoutVars>
          <dgm:chPref val="3"/>
        </dgm:presLayoutVars>
      </dgm:prSet>
      <dgm:spPr/>
    </dgm:pt>
    <dgm:pt modelId="{DECC4DB2-545B-4BBA-996B-F27422D1C5C3}" type="pres">
      <dgm:prSet presAssocID="{48342772-ABD8-4DA6-9173-5B493860287C}" presName="level3hierChild" presStyleCnt="0"/>
      <dgm:spPr/>
    </dgm:pt>
    <dgm:pt modelId="{0AFAB612-88E7-40DB-A024-9FEACB4CD60E}" type="pres">
      <dgm:prSet presAssocID="{65886330-E5BC-46ED-9E8C-A4D4C11906AA}" presName="conn2-1" presStyleLbl="parChTrans1D2" presStyleIdx="3" presStyleCnt="5"/>
      <dgm:spPr/>
    </dgm:pt>
    <dgm:pt modelId="{ED199902-0172-4227-B881-13D21559FA47}" type="pres">
      <dgm:prSet presAssocID="{65886330-E5BC-46ED-9E8C-A4D4C11906AA}" presName="connTx" presStyleCnt="0"/>
      <dgm:spPr/>
    </dgm:pt>
    <dgm:pt modelId="{D4A76B16-7606-4D87-BF34-1D2250CEBBEC}" type="pres">
      <dgm:prSet presAssocID="{E2029FEA-9859-46C1-8EEC-2B6A45ED99E9}" presName="root2" presStyleCnt="0"/>
      <dgm:spPr/>
    </dgm:pt>
    <dgm:pt modelId="{D5E9A1CA-88F9-4319-85D8-67D5247BDAF5}" type="pres">
      <dgm:prSet presAssocID="{E2029FEA-9859-46C1-8EEC-2B6A45ED99E9}" presName="LevelTwoTextNode" presStyleLbl="node2" presStyleIdx="3" presStyleCnt="5">
        <dgm:presLayoutVars>
          <dgm:chPref val="3"/>
        </dgm:presLayoutVars>
      </dgm:prSet>
      <dgm:spPr/>
    </dgm:pt>
    <dgm:pt modelId="{9B450E74-B6A4-4415-8842-0C469717AFA9}" type="pres">
      <dgm:prSet presAssocID="{E2029FEA-9859-46C1-8EEC-2B6A45ED99E9}" presName="level3hierChild" presStyleCnt="0"/>
      <dgm:spPr/>
    </dgm:pt>
    <dgm:pt modelId="{8E1B05FC-7360-467B-917B-28A48218ECC8}" type="pres">
      <dgm:prSet presAssocID="{005C63EE-A619-4F26-99F9-1A58817742F9}" presName="conn2-1" presStyleLbl="parChTrans1D2" presStyleIdx="4" presStyleCnt="5"/>
      <dgm:spPr/>
    </dgm:pt>
    <dgm:pt modelId="{976E3D48-8012-4857-A872-7A0DA942359F}" type="pres">
      <dgm:prSet presAssocID="{005C63EE-A619-4F26-99F9-1A58817742F9}" presName="connTx" presStyleCnt="0"/>
      <dgm:spPr/>
    </dgm:pt>
    <dgm:pt modelId="{3DC3C7F2-6B57-4326-A722-FBF1414D726A}" type="pres">
      <dgm:prSet presAssocID="{6852A25E-FFE1-4AC2-B989-234D06FC38B5}" presName="root2" presStyleCnt="0"/>
      <dgm:spPr/>
    </dgm:pt>
    <dgm:pt modelId="{652BA745-1996-4937-BB5A-30768EC8CC07}" type="pres">
      <dgm:prSet presAssocID="{6852A25E-FFE1-4AC2-B989-234D06FC38B5}" presName="LevelTwoTextNode" presStyleLbl="node2" presStyleIdx="4" presStyleCnt="5">
        <dgm:presLayoutVars>
          <dgm:chPref val="3"/>
        </dgm:presLayoutVars>
      </dgm:prSet>
      <dgm:spPr/>
    </dgm:pt>
    <dgm:pt modelId="{EC565729-70DB-4AEA-A701-75FB24DB40AD}" type="pres">
      <dgm:prSet presAssocID="{6852A25E-FFE1-4AC2-B989-234D06FC38B5}" presName="level3hierChild" presStyleCnt="0"/>
      <dgm:spPr/>
    </dgm:pt>
  </dgm:ptLst>
  <dgm:cxnLst>
    <dgm:cxn modelId="{D7EDE1A4-AEA7-45C5-AC0E-E5F3EF588151}" srcId="{EFE73B03-4D71-4565-8C52-4902BE6377A4}" destId="{0605F139-5EF0-48E7-A091-192233D2011D}" srcOrd="0" destOrd="0" parTransId="{2AFB1B2A-8749-4E5E-9CB9-0B60F81C46F8}" sibTransId="{E0FFEB56-236E-4FE9-83BF-31494E265D5A}"/>
    <dgm:cxn modelId="{D6305E44-6B4F-422D-B1BC-83428CEECEC2}" srcId="{0605F139-5EF0-48E7-A091-192233D2011D}" destId="{4530EE7D-F557-4815-9ED2-EABC47F46978}" srcOrd="0" destOrd="0" parTransId="{AC2BFF99-DAE2-494A-88AB-85D75BC6D2EE}" sibTransId="{B98A0394-6758-42EB-8D0E-4491BED52B6C}"/>
    <dgm:cxn modelId="{D08B899E-F8C8-4306-814C-94977C84634C}" srcId="{0605F139-5EF0-48E7-A091-192233D2011D}" destId="{4E4A1E17-A3EC-4A54-9171-277E11A0B287}" srcOrd="1" destOrd="0" parTransId="{367D7799-1E5C-4947-8AD1-85D1E0D367AF}" sibTransId="{7FFEBD18-7D5B-41C0-A8F3-60942A71708D}"/>
    <dgm:cxn modelId="{F9E318B9-C48F-456E-AA53-D1D32367313B}" srcId="{0605F139-5EF0-48E7-A091-192233D2011D}" destId="{48342772-ABD8-4DA6-9173-5B493860287C}" srcOrd="2" destOrd="0" parTransId="{71BF255B-AD31-4A40-A4C3-C1E7A63AB7EC}" sibTransId="{8BD12466-87E5-4EFF-BEFF-801CE4B93480}"/>
    <dgm:cxn modelId="{C650D6FF-7525-4841-81B4-873F39F483D7}" srcId="{0605F139-5EF0-48E7-A091-192233D2011D}" destId="{E2029FEA-9859-46C1-8EEC-2B6A45ED99E9}" srcOrd="3" destOrd="0" parTransId="{65886330-E5BC-46ED-9E8C-A4D4C11906AA}" sibTransId="{8F1FBB67-5918-4122-8B2C-E3460D67FE32}"/>
    <dgm:cxn modelId="{256E5615-BA8B-4C18-BACD-0C28FE90A9BA}" srcId="{0605F139-5EF0-48E7-A091-192233D2011D}" destId="{6852A25E-FFE1-4AC2-B989-234D06FC38B5}" srcOrd="4" destOrd="0" parTransId="{005C63EE-A619-4F26-99F9-1A58817742F9}" sibTransId="{49153209-8AC5-43C1-BFBC-DF7F7280729B}"/>
    <dgm:cxn modelId="{5311D5B2-B241-4163-8F6E-8FC6A785893D}" type="presOf" srcId="{EFE73B03-4D71-4565-8C52-4902BE6377A4}" destId="{5FBAB40F-6011-4629-9B30-77C9439C91BF}" srcOrd="0" destOrd="0" presId="urn:microsoft.com/office/officeart/2005/8/layout/hierarchy2"/>
    <dgm:cxn modelId="{E44A116D-9096-40FD-9EF4-D909B0ABAD9F}" type="presParOf" srcId="{5FBAB40F-6011-4629-9B30-77C9439C91BF}" destId="{2332AA2E-A989-4175-BB73-78EA4C3BDB65}" srcOrd="0" destOrd="0" presId="urn:microsoft.com/office/officeart/2005/8/layout/hierarchy2"/>
    <dgm:cxn modelId="{8F2BCB59-5B33-4FCE-835C-1465B365DFEF}" type="presParOf" srcId="{2332AA2E-A989-4175-BB73-78EA4C3BDB65}" destId="{24E3F4AB-32FB-4CE0-9DAC-FC4DD26B5900}" srcOrd="0" destOrd="0" presId="urn:microsoft.com/office/officeart/2005/8/layout/hierarchy2"/>
    <dgm:cxn modelId="{5741A5DE-C7BE-44AF-B05F-453BE7C6FE52}" type="presOf" srcId="{0605F139-5EF0-48E7-A091-192233D2011D}" destId="{24E3F4AB-32FB-4CE0-9DAC-FC4DD26B5900}" srcOrd="0" destOrd="0" presId="urn:microsoft.com/office/officeart/2005/8/layout/hierarchy2"/>
    <dgm:cxn modelId="{DE66615E-EC34-4170-BE3A-2416C895C761}" type="presParOf" srcId="{2332AA2E-A989-4175-BB73-78EA4C3BDB65}" destId="{44F25638-8073-4DA7-9390-5AC06A304565}" srcOrd="1" destOrd="0" presId="urn:microsoft.com/office/officeart/2005/8/layout/hierarchy2"/>
    <dgm:cxn modelId="{EB68E628-490B-49AE-8A90-4A284D8D05A2}" type="presParOf" srcId="{44F25638-8073-4DA7-9390-5AC06A304565}" destId="{B47BD6C9-6D53-4A69-975F-9CF96E25F10F}" srcOrd="0" destOrd="1" presId="urn:microsoft.com/office/officeart/2005/8/layout/hierarchy2"/>
    <dgm:cxn modelId="{33EFB009-0331-43DA-B633-EF936A086455}" type="presOf" srcId="{AC2BFF99-DAE2-494A-88AB-85D75BC6D2EE}" destId="{B47BD6C9-6D53-4A69-975F-9CF96E25F10F}" srcOrd="0" destOrd="0" presId="urn:microsoft.com/office/officeart/2005/8/layout/hierarchy2"/>
    <dgm:cxn modelId="{E7070A4D-6415-4051-9904-F2D69CBF00FF}" type="presParOf" srcId="{B47BD6C9-6D53-4A69-975F-9CF96E25F10F}" destId="{C1833E64-0598-4ED8-B73B-4C820BB35531}" srcOrd="0" destOrd="0" presId="urn:microsoft.com/office/officeart/2005/8/layout/hierarchy2"/>
    <dgm:cxn modelId="{D15F7CE2-D71E-4012-AA21-1356CE25AA50}" type="presOf" srcId="{AC2BFF99-DAE2-494A-88AB-85D75BC6D2EE}" destId="{C1833E64-0598-4ED8-B73B-4C820BB35531}" srcOrd="1" destOrd="0" presId="urn:microsoft.com/office/officeart/2005/8/layout/hierarchy2"/>
    <dgm:cxn modelId="{15A57C54-65CB-4BBC-B5B4-AA28BAFC1B00}" type="presParOf" srcId="{44F25638-8073-4DA7-9390-5AC06A304565}" destId="{46F58ACF-5130-428E-B3EF-87D6FEC0C921}" srcOrd="1" destOrd="1" presId="urn:microsoft.com/office/officeart/2005/8/layout/hierarchy2"/>
    <dgm:cxn modelId="{F2D68D86-257A-4777-B8B4-C75EB5B54227}" type="presParOf" srcId="{46F58ACF-5130-428E-B3EF-87D6FEC0C921}" destId="{3C0D5057-54F2-42F8-ADAD-AA27A1CC1A1B}" srcOrd="0" destOrd="1" presId="urn:microsoft.com/office/officeart/2005/8/layout/hierarchy2"/>
    <dgm:cxn modelId="{1B3107EF-0D9F-484C-82CE-AA9E83D41AFA}" type="presOf" srcId="{4530EE7D-F557-4815-9ED2-EABC47F46978}" destId="{3C0D5057-54F2-42F8-ADAD-AA27A1CC1A1B}" srcOrd="0" destOrd="0" presId="urn:microsoft.com/office/officeart/2005/8/layout/hierarchy2"/>
    <dgm:cxn modelId="{73B38763-54B0-4D73-BEA7-8C54159C7D7A}" type="presParOf" srcId="{46F58ACF-5130-428E-B3EF-87D6FEC0C921}" destId="{48673F39-879C-4946-8DC7-FD68F0552920}" srcOrd="1" destOrd="1" presId="urn:microsoft.com/office/officeart/2005/8/layout/hierarchy2"/>
    <dgm:cxn modelId="{F8EEAECD-CFA4-42B5-88CD-F0F6F8F3D22C}" type="presParOf" srcId="{44F25638-8073-4DA7-9390-5AC06A304565}" destId="{2E81B90F-7494-41FF-808F-F7F82B993B40}" srcOrd="2" destOrd="1" presId="urn:microsoft.com/office/officeart/2005/8/layout/hierarchy2"/>
    <dgm:cxn modelId="{1D315928-ED33-4CC9-9A37-D94834B56F31}" type="presOf" srcId="{367D7799-1E5C-4947-8AD1-85D1E0D367AF}" destId="{2E81B90F-7494-41FF-808F-F7F82B993B40}" srcOrd="0" destOrd="0" presId="urn:microsoft.com/office/officeart/2005/8/layout/hierarchy2"/>
    <dgm:cxn modelId="{D9F9E926-D1CA-426A-AFEB-0F38F9185C88}" type="presParOf" srcId="{2E81B90F-7494-41FF-808F-F7F82B993B40}" destId="{0F4B7785-0023-487B-801C-9850969E1D34}" srcOrd="0" destOrd="2" presId="urn:microsoft.com/office/officeart/2005/8/layout/hierarchy2"/>
    <dgm:cxn modelId="{BC13085F-934B-4AA8-948B-7D5CBCD635BE}" type="presOf" srcId="{367D7799-1E5C-4947-8AD1-85D1E0D367AF}" destId="{0F4B7785-0023-487B-801C-9850969E1D34}" srcOrd="1" destOrd="0" presId="urn:microsoft.com/office/officeart/2005/8/layout/hierarchy2"/>
    <dgm:cxn modelId="{F15B93CA-AB7C-44FA-A2FF-9DD7D872E450}" type="presParOf" srcId="{44F25638-8073-4DA7-9390-5AC06A304565}" destId="{4925E953-147A-4210-9A9C-63730A307231}" srcOrd="3" destOrd="1" presId="urn:microsoft.com/office/officeart/2005/8/layout/hierarchy2"/>
    <dgm:cxn modelId="{F058BCA3-DA43-4587-9121-7EAF0B2D3959}" type="presParOf" srcId="{4925E953-147A-4210-9A9C-63730A307231}" destId="{3D382021-A429-4403-82FF-5A95DD3EBB20}" srcOrd="0" destOrd="3" presId="urn:microsoft.com/office/officeart/2005/8/layout/hierarchy2"/>
    <dgm:cxn modelId="{E6197B21-EF47-4D27-A6F3-27FB8FF3D238}" type="presOf" srcId="{4E4A1E17-A3EC-4A54-9171-277E11A0B287}" destId="{3D382021-A429-4403-82FF-5A95DD3EBB20}" srcOrd="0" destOrd="0" presId="urn:microsoft.com/office/officeart/2005/8/layout/hierarchy2"/>
    <dgm:cxn modelId="{D780132C-8BF0-4BF6-85A6-EF8E355B9370}" type="presParOf" srcId="{4925E953-147A-4210-9A9C-63730A307231}" destId="{6D231649-1A42-47D5-A289-01058E6A05B6}" srcOrd="1" destOrd="3" presId="urn:microsoft.com/office/officeart/2005/8/layout/hierarchy2"/>
    <dgm:cxn modelId="{2D5A7371-DC6C-413E-898C-14F18283E8C9}" type="presParOf" srcId="{44F25638-8073-4DA7-9390-5AC06A304565}" destId="{934F94D6-3132-4246-9D92-F7623C8FDBBF}" srcOrd="4" destOrd="1" presId="urn:microsoft.com/office/officeart/2005/8/layout/hierarchy2"/>
    <dgm:cxn modelId="{8E2EB3D4-13EB-4AF7-ACB7-66D1FB209791}" type="presOf" srcId="{71BF255B-AD31-4A40-A4C3-C1E7A63AB7EC}" destId="{934F94D6-3132-4246-9D92-F7623C8FDBBF}" srcOrd="0" destOrd="0" presId="urn:microsoft.com/office/officeart/2005/8/layout/hierarchy2"/>
    <dgm:cxn modelId="{6FD9004E-E836-4147-AFDB-11517B265D4C}" type="presParOf" srcId="{934F94D6-3132-4246-9D92-F7623C8FDBBF}" destId="{27913C13-7466-4DBF-A84E-E333B1BAD3B9}" srcOrd="0" destOrd="4" presId="urn:microsoft.com/office/officeart/2005/8/layout/hierarchy2"/>
    <dgm:cxn modelId="{F690DB7A-0538-47BE-A22E-F292F7EED091}" type="presOf" srcId="{71BF255B-AD31-4A40-A4C3-C1E7A63AB7EC}" destId="{27913C13-7466-4DBF-A84E-E333B1BAD3B9}" srcOrd="1" destOrd="0" presId="urn:microsoft.com/office/officeart/2005/8/layout/hierarchy2"/>
    <dgm:cxn modelId="{E8FC3A57-3569-44F8-9814-F90451938C57}" type="presParOf" srcId="{44F25638-8073-4DA7-9390-5AC06A304565}" destId="{14830981-E089-40B5-95D6-E738142121F9}" srcOrd="5" destOrd="1" presId="urn:microsoft.com/office/officeart/2005/8/layout/hierarchy2"/>
    <dgm:cxn modelId="{2AFC5ECF-080B-4550-9BA3-011FFD12C1DE}" type="presParOf" srcId="{14830981-E089-40B5-95D6-E738142121F9}" destId="{0F28D07E-2924-4C45-96A5-C0798C77F9CA}" srcOrd="0" destOrd="5" presId="urn:microsoft.com/office/officeart/2005/8/layout/hierarchy2"/>
    <dgm:cxn modelId="{C1C66877-310A-4E79-9010-87214EBC061E}" type="presOf" srcId="{48342772-ABD8-4DA6-9173-5B493860287C}" destId="{0F28D07E-2924-4C45-96A5-C0798C77F9CA}" srcOrd="0" destOrd="0" presId="urn:microsoft.com/office/officeart/2005/8/layout/hierarchy2"/>
    <dgm:cxn modelId="{35F929D0-215D-4AA4-A678-095C4A4822B1}" type="presParOf" srcId="{14830981-E089-40B5-95D6-E738142121F9}" destId="{DECC4DB2-545B-4BBA-996B-F27422D1C5C3}" srcOrd="1" destOrd="5" presId="urn:microsoft.com/office/officeart/2005/8/layout/hierarchy2"/>
    <dgm:cxn modelId="{88A89DEB-3B76-4125-9F37-0D0C920B96C4}" type="presParOf" srcId="{44F25638-8073-4DA7-9390-5AC06A304565}" destId="{0AFAB612-88E7-40DB-A024-9FEACB4CD60E}" srcOrd="6" destOrd="1" presId="urn:microsoft.com/office/officeart/2005/8/layout/hierarchy2"/>
    <dgm:cxn modelId="{2B7C406A-C981-4B34-B938-1BEC64AB7CA1}" type="presOf" srcId="{65886330-E5BC-46ED-9E8C-A4D4C11906AA}" destId="{0AFAB612-88E7-40DB-A024-9FEACB4CD60E}" srcOrd="0" destOrd="0" presId="urn:microsoft.com/office/officeart/2005/8/layout/hierarchy2"/>
    <dgm:cxn modelId="{100FF818-421E-4676-8EB4-102384A1B651}" type="presParOf" srcId="{0AFAB612-88E7-40DB-A024-9FEACB4CD60E}" destId="{ED199902-0172-4227-B881-13D21559FA47}" srcOrd="0" destOrd="6" presId="urn:microsoft.com/office/officeart/2005/8/layout/hierarchy2"/>
    <dgm:cxn modelId="{EEB858D5-146D-4202-8CF9-B6A46195CD8E}" type="presOf" srcId="{65886330-E5BC-46ED-9E8C-A4D4C11906AA}" destId="{ED199902-0172-4227-B881-13D21559FA47}" srcOrd="1" destOrd="0" presId="urn:microsoft.com/office/officeart/2005/8/layout/hierarchy2"/>
    <dgm:cxn modelId="{A5F3E3B9-9AE9-4797-B70F-4DCA72DA1860}" type="presParOf" srcId="{44F25638-8073-4DA7-9390-5AC06A304565}" destId="{D4A76B16-7606-4D87-BF34-1D2250CEBBEC}" srcOrd="7" destOrd="1" presId="urn:microsoft.com/office/officeart/2005/8/layout/hierarchy2"/>
    <dgm:cxn modelId="{0B1602D4-72C6-4164-8D02-8F19183A4400}" type="presParOf" srcId="{D4A76B16-7606-4D87-BF34-1D2250CEBBEC}" destId="{D5E9A1CA-88F9-4319-85D8-67D5247BDAF5}" srcOrd="0" destOrd="7" presId="urn:microsoft.com/office/officeart/2005/8/layout/hierarchy2"/>
    <dgm:cxn modelId="{16FC64F1-A58B-4123-98F2-15D9D5251F7F}" type="presOf" srcId="{E2029FEA-9859-46C1-8EEC-2B6A45ED99E9}" destId="{D5E9A1CA-88F9-4319-85D8-67D5247BDAF5}" srcOrd="0" destOrd="0" presId="urn:microsoft.com/office/officeart/2005/8/layout/hierarchy2"/>
    <dgm:cxn modelId="{E06D8E71-A05F-418C-8579-592617DF6E2D}" type="presParOf" srcId="{D4A76B16-7606-4D87-BF34-1D2250CEBBEC}" destId="{9B450E74-B6A4-4415-8842-0C469717AFA9}" srcOrd="1" destOrd="7" presId="urn:microsoft.com/office/officeart/2005/8/layout/hierarchy2"/>
    <dgm:cxn modelId="{1335BF5A-ABB0-4D3F-AA19-DED8CF975728}" type="presParOf" srcId="{44F25638-8073-4DA7-9390-5AC06A304565}" destId="{8E1B05FC-7360-467B-917B-28A48218ECC8}" srcOrd="8" destOrd="1" presId="urn:microsoft.com/office/officeart/2005/8/layout/hierarchy2"/>
    <dgm:cxn modelId="{2B10E5D4-1A31-4C18-8110-1D0C62DBA1F2}" type="presOf" srcId="{005C63EE-A619-4F26-99F9-1A58817742F9}" destId="{8E1B05FC-7360-467B-917B-28A48218ECC8}" srcOrd="0" destOrd="0" presId="urn:microsoft.com/office/officeart/2005/8/layout/hierarchy2"/>
    <dgm:cxn modelId="{1A036123-8FEB-481A-944E-93E83BEC041C}" type="presParOf" srcId="{8E1B05FC-7360-467B-917B-28A48218ECC8}" destId="{976E3D48-8012-4857-A872-7A0DA942359F}" srcOrd="0" destOrd="8" presId="urn:microsoft.com/office/officeart/2005/8/layout/hierarchy2"/>
    <dgm:cxn modelId="{D7F9F4CE-B763-438D-A74D-29F585B1197E}" type="presOf" srcId="{005C63EE-A619-4F26-99F9-1A58817742F9}" destId="{976E3D48-8012-4857-A872-7A0DA942359F}" srcOrd="1" destOrd="0" presId="urn:microsoft.com/office/officeart/2005/8/layout/hierarchy2"/>
    <dgm:cxn modelId="{58101825-C5AA-4CDB-917B-FE094F0E725F}" type="presParOf" srcId="{44F25638-8073-4DA7-9390-5AC06A304565}" destId="{3DC3C7F2-6B57-4326-A722-FBF1414D726A}" srcOrd="9" destOrd="1" presId="urn:microsoft.com/office/officeart/2005/8/layout/hierarchy2"/>
    <dgm:cxn modelId="{847BF363-549B-4645-B2DC-0D3DD930FB81}" type="presParOf" srcId="{3DC3C7F2-6B57-4326-A722-FBF1414D726A}" destId="{652BA745-1996-4937-BB5A-30768EC8CC07}" srcOrd="0" destOrd="9" presId="urn:microsoft.com/office/officeart/2005/8/layout/hierarchy2"/>
    <dgm:cxn modelId="{79E99301-1B2E-48AB-958B-BC44651F55DA}" type="presOf" srcId="{6852A25E-FFE1-4AC2-B989-234D06FC38B5}" destId="{652BA745-1996-4937-BB5A-30768EC8CC07}" srcOrd="0" destOrd="0" presId="urn:microsoft.com/office/officeart/2005/8/layout/hierarchy2"/>
    <dgm:cxn modelId="{B6E8E0AD-9EDD-4CB6-842E-D6DD4C9A824D}" type="presParOf" srcId="{3DC3C7F2-6B57-4326-A722-FBF1414D726A}" destId="{EC565729-70DB-4AEA-A701-75FB24DB40AD}" srcOrd="1" destOrd="9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E73B03-4D71-4565-8C52-4902BE6377A4}" type="doc">
      <dgm:prSet loTypeId="hierarchy" loCatId="hierarchy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0605F139-5EF0-48E7-A091-192233D2011D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800">
              <a:latin typeface="仿宋" panose="02010609060101010101" charset="-122"/>
              <a:ea typeface="仿宋" panose="02010609060101010101" charset="-122"/>
              <a:sym typeface="+mn-ea"/>
            </a:rPr>
            <a:t>与</a:t>
          </a:r>
          <a:r>
            <a:rPr lang="zh-CN" sz="2800">
              <a:latin typeface="仿宋" panose="02010609060101010101" charset="-122"/>
              <a:ea typeface="仿宋" panose="02010609060101010101" charset="-122"/>
              <a:sym typeface="+mn-ea"/>
            </a:rPr>
            <a:t>动</a:t>
          </a:r>
          <a:r>
            <a:rPr sz="2800">
              <a:latin typeface="仿宋" panose="02010609060101010101" charset="-122"/>
              <a:ea typeface="仿宋" panose="02010609060101010101" charset="-122"/>
              <a:sym typeface="+mn-ea"/>
            </a:rPr>
            <a:t>物有关</a:t>
          </a:r>
          <a:r>
            <a:rPr lang="zh-CN" altLang="en-US" sz="2800">
              <a:latin typeface="仿宋" panose="02010609060101010101" charset="-122"/>
              <a:ea typeface="仿宋" panose="02010609060101010101" charset="-122"/>
              <a:sym typeface="+mn-ea"/>
            </a:rPr>
            <a:t/>
          </a:r>
          <a:endParaRPr lang="zh-CN" altLang="en-US" sz="2800">
            <a:latin typeface="仿宋" panose="02010609060101010101" charset="-122"/>
            <a:ea typeface="仿宋" panose="02010609060101010101" charset="-122"/>
            <a:sym typeface="+mn-ea"/>
          </a:endParaRPr>
        </a:p>
      </dgm:t>
    </dgm:pt>
    <dgm:pt modelId="{2AFB1B2A-8749-4E5E-9CB9-0B60F81C46F8}" cxnId="{36405E4E-9C1B-45A7-90DB-F692911DCFED}" type="parTrans">
      <dgm:prSet/>
      <dgm:spPr/>
      <dgm:t>
        <a:bodyPr/>
        <a:p>
          <a:endParaRPr lang="zh-CN" altLang="en-US"/>
        </a:p>
      </dgm:t>
    </dgm:pt>
    <dgm:pt modelId="{E0FFEB56-236E-4FE9-83BF-31494E265D5A}" cxnId="{36405E4E-9C1B-45A7-90DB-F692911DCFED}" type="sibTrans">
      <dgm:prSet/>
      <dgm:spPr/>
      <dgm:t>
        <a:bodyPr/>
        <a:p>
          <a:endParaRPr lang="zh-CN" altLang="en-US"/>
        </a:p>
      </dgm:t>
    </dgm:pt>
    <dgm:pt modelId="{4530EE7D-F557-4815-9ED2-EABC47F46978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老马识途</a:t>
          </a: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/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gm:t>
    </dgm:pt>
    <dgm:pt modelId="{AC2BFF99-DAE2-494A-88AB-85D75BC6D2EE}" cxnId="{6D2D913F-D2D7-4879-897E-860457F98C2B}" type="parTrans">
      <dgm:prSet/>
      <dgm:spPr/>
      <dgm:t>
        <a:bodyPr/>
        <a:p>
          <a:endParaRPr lang="zh-CN" altLang="en-US"/>
        </a:p>
      </dgm:t>
    </dgm:pt>
    <dgm:pt modelId="{B98A0394-6758-42EB-8D0E-4491BED52B6C}" cxnId="{6D2D913F-D2D7-4879-897E-860457F98C2B}" type="sibTrans">
      <dgm:prSet/>
      <dgm:spPr/>
      <dgm:t>
        <a:bodyPr/>
        <a:p>
          <a:endParaRPr lang="zh-CN" altLang="en-US"/>
        </a:p>
      </dgm:t>
    </dgm:pt>
    <dgm:pt modelId="{4E4A1E17-A3EC-4A54-9171-277E11A0B287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画龙点睛</a:t>
          </a: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/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gm:t>
    </dgm:pt>
    <dgm:pt modelId="{367D7799-1E5C-4947-8AD1-85D1E0D367AF}" cxnId="{F454E3DF-F75D-458C-A9BB-5ABAE5E7F32E}" type="parTrans">
      <dgm:prSet/>
      <dgm:spPr/>
      <dgm:t>
        <a:bodyPr/>
        <a:p>
          <a:endParaRPr lang="zh-CN" altLang="en-US"/>
        </a:p>
      </dgm:t>
    </dgm:pt>
    <dgm:pt modelId="{7FFEBD18-7D5B-41C0-A8F3-60942A71708D}" cxnId="{F454E3DF-F75D-458C-A9BB-5ABAE5E7F32E}" type="sibTrans">
      <dgm:prSet/>
      <dgm:spPr/>
      <dgm:t>
        <a:bodyPr/>
        <a:p>
          <a:endParaRPr lang="zh-CN" altLang="en-US"/>
        </a:p>
      </dgm:t>
    </dgm:pt>
    <dgm:pt modelId="{48342772-ABD8-4DA6-9173-5B493860287C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如虎添翼</a:t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gm:t>
    </dgm:pt>
    <dgm:pt modelId="{71BF255B-AD31-4A40-A4C3-C1E7A63AB7EC}" cxnId="{B446DB8C-C977-4A86-A24F-09FB89F5856A}" type="parTrans">
      <dgm:prSet/>
      <dgm:spPr/>
    </dgm:pt>
    <dgm:pt modelId="{8BD12466-87E5-4EFF-BEFF-801CE4B93480}" cxnId="{B446DB8C-C977-4A86-A24F-09FB89F5856A}" type="sibTrans">
      <dgm:prSet/>
      <dgm:spPr/>
    </dgm:pt>
    <dgm:pt modelId="{E2029FEA-9859-46C1-8EEC-2B6A45ED99E9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汗牛充栋</a:t>
          </a: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/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gm:t>
    </dgm:pt>
    <dgm:pt modelId="{65886330-E5BC-46ED-9E8C-A4D4C11906AA}" cxnId="{50631C51-44FE-4C16-84C2-AC38C590C2F4}" type="parTrans">
      <dgm:prSet/>
      <dgm:spPr/>
    </dgm:pt>
    <dgm:pt modelId="{8F1FBB67-5918-4122-8B2C-E3460D67FE32}" cxnId="{50631C51-44FE-4C16-84C2-AC38C590C2F4}" type="sibTrans">
      <dgm:prSet/>
      <dgm:spPr/>
    </dgm:pt>
    <dgm:pt modelId="{63E963DC-5305-4C43-9E6F-058106758F19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3200">
              <a:latin typeface="仿宋" panose="02010609060101010101" charset="-122"/>
              <a:ea typeface="仿宋" panose="02010609060101010101" charset="-122"/>
            </a:rPr>
            <a:t>闻鸡起舞</a:t>
          </a:r>
          <a:r>
            <a:rPr lang="zh-CN" sz="3200">
              <a:latin typeface="仿宋" panose="02010609060101010101" charset="-122"/>
              <a:ea typeface="仿宋" panose="02010609060101010101" charset="-122"/>
            </a:rPr>
            <a:t/>
          </a:r>
          <a:endParaRPr lang="zh-CN" sz="3200">
            <a:latin typeface="仿宋" panose="02010609060101010101" charset="-122"/>
            <a:ea typeface="仿宋" panose="02010609060101010101" charset="-122"/>
          </a:endParaRPr>
        </a:p>
      </dgm:t>
    </dgm:pt>
    <dgm:pt modelId="{B1A391FB-6CF1-4698-9655-A6BEFA024251}" cxnId="{E37A2A71-FB5A-42EB-B735-2A3442612A37}" type="parTrans">
      <dgm:prSet/>
      <dgm:spPr/>
    </dgm:pt>
    <dgm:pt modelId="{B21F39FB-A52C-487E-8D04-C5A4301A2174}" cxnId="{E37A2A71-FB5A-42EB-B735-2A3442612A37}" type="sibTrans">
      <dgm:prSet/>
      <dgm:spPr/>
    </dgm:pt>
    <dgm:pt modelId="{5FBAB40F-6011-4629-9B30-77C9439C91BF}" type="pres">
      <dgm:prSet presAssocID="{EFE73B03-4D71-4565-8C52-4902BE6377A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332AA2E-A989-4175-BB73-78EA4C3BDB65}" type="pres">
      <dgm:prSet presAssocID="{0605F139-5EF0-48E7-A091-192233D2011D}" presName="root1" presStyleCnt="0"/>
      <dgm:spPr/>
    </dgm:pt>
    <dgm:pt modelId="{24E3F4AB-32FB-4CE0-9DAC-FC4DD26B5900}" type="pres">
      <dgm:prSet presAssocID="{0605F139-5EF0-48E7-A091-192233D2011D}" presName="LevelOneTextNode" presStyleLbl="node0" presStyleIdx="0" presStyleCnt="1">
        <dgm:presLayoutVars>
          <dgm:chPref val="3"/>
        </dgm:presLayoutVars>
      </dgm:prSet>
      <dgm:spPr/>
    </dgm:pt>
    <dgm:pt modelId="{44F25638-8073-4DA7-9390-5AC06A304565}" type="pres">
      <dgm:prSet presAssocID="{0605F139-5EF0-48E7-A091-192233D2011D}" presName="level2hierChild" presStyleCnt="0"/>
      <dgm:spPr/>
    </dgm:pt>
    <dgm:pt modelId="{B47BD6C9-6D53-4A69-975F-9CF96E25F10F}" type="pres">
      <dgm:prSet presAssocID="{AC2BFF99-DAE2-494A-88AB-85D75BC6D2EE}" presName="conn2-1" presStyleLbl="parChTrans1D2" presStyleIdx="0" presStyleCnt="5"/>
      <dgm:spPr/>
    </dgm:pt>
    <dgm:pt modelId="{C1833E64-0598-4ED8-B73B-4C820BB35531}" type="pres">
      <dgm:prSet presAssocID="{AC2BFF99-DAE2-494A-88AB-85D75BC6D2EE}" presName="connTx" presStyleCnt="0"/>
      <dgm:spPr/>
    </dgm:pt>
    <dgm:pt modelId="{46F58ACF-5130-428E-B3EF-87D6FEC0C921}" type="pres">
      <dgm:prSet presAssocID="{4530EE7D-F557-4815-9ED2-EABC47F46978}" presName="root2" presStyleCnt="0"/>
      <dgm:spPr/>
    </dgm:pt>
    <dgm:pt modelId="{3C0D5057-54F2-42F8-ADAD-AA27A1CC1A1B}" type="pres">
      <dgm:prSet presAssocID="{4530EE7D-F557-4815-9ED2-EABC47F46978}" presName="LevelTwoTextNode" presStyleLbl="node2" presStyleIdx="0" presStyleCnt="5">
        <dgm:presLayoutVars>
          <dgm:chPref val="3"/>
        </dgm:presLayoutVars>
      </dgm:prSet>
      <dgm:spPr/>
    </dgm:pt>
    <dgm:pt modelId="{48673F39-879C-4946-8DC7-FD68F0552920}" type="pres">
      <dgm:prSet presAssocID="{4530EE7D-F557-4815-9ED2-EABC47F46978}" presName="level3hierChild" presStyleCnt="0"/>
      <dgm:spPr/>
    </dgm:pt>
    <dgm:pt modelId="{2E81B90F-7494-41FF-808F-F7F82B993B40}" type="pres">
      <dgm:prSet presAssocID="{367D7799-1E5C-4947-8AD1-85D1E0D367AF}" presName="conn2-1" presStyleLbl="parChTrans1D2" presStyleIdx="1" presStyleCnt="5"/>
      <dgm:spPr/>
    </dgm:pt>
    <dgm:pt modelId="{0F4B7785-0023-487B-801C-9850969E1D34}" type="pres">
      <dgm:prSet presAssocID="{367D7799-1E5C-4947-8AD1-85D1E0D367AF}" presName="connTx" presStyleCnt="0"/>
      <dgm:spPr/>
    </dgm:pt>
    <dgm:pt modelId="{4925E953-147A-4210-9A9C-63730A307231}" type="pres">
      <dgm:prSet presAssocID="{4E4A1E17-A3EC-4A54-9171-277E11A0B287}" presName="root2" presStyleCnt="0"/>
      <dgm:spPr/>
    </dgm:pt>
    <dgm:pt modelId="{3D382021-A429-4403-82FF-5A95DD3EBB20}" type="pres">
      <dgm:prSet presAssocID="{4E4A1E17-A3EC-4A54-9171-277E11A0B287}" presName="LevelTwoTextNode" presStyleLbl="node2" presStyleIdx="1" presStyleCnt="5">
        <dgm:presLayoutVars>
          <dgm:chPref val="3"/>
        </dgm:presLayoutVars>
      </dgm:prSet>
      <dgm:spPr/>
    </dgm:pt>
    <dgm:pt modelId="{6D231649-1A42-47D5-A289-01058E6A05B6}" type="pres">
      <dgm:prSet presAssocID="{4E4A1E17-A3EC-4A54-9171-277E11A0B287}" presName="level3hierChild" presStyleCnt="0"/>
      <dgm:spPr/>
    </dgm:pt>
    <dgm:pt modelId="{934F94D6-3132-4246-9D92-F7623C8FDBBF}" type="pres">
      <dgm:prSet presAssocID="{71BF255B-AD31-4A40-A4C3-C1E7A63AB7EC}" presName="conn2-1" presStyleLbl="parChTrans1D2" presStyleIdx="2" presStyleCnt="5"/>
      <dgm:spPr/>
    </dgm:pt>
    <dgm:pt modelId="{27913C13-7466-4DBF-A84E-E333B1BAD3B9}" type="pres">
      <dgm:prSet presAssocID="{71BF255B-AD31-4A40-A4C3-C1E7A63AB7EC}" presName="connTx" presStyleCnt="0"/>
      <dgm:spPr/>
    </dgm:pt>
    <dgm:pt modelId="{14830981-E089-40B5-95D6-E738142121F9}" type="pres">
      <dgm:prSet presAssocID="{48342772-ABD8-4DA6-9173-5B493860287C}" presName="root2" presStyleCnt="0"/>
      <dgm:spPr/>
    </dgm:pt>
    <dgm:pt modelId="{0F28D07E-2924-4C45-96A5-C0798C77F9CA}" type="pres">
      <dgm:prSet presAssocID="{48342772-ABD8-4DA6-9173-5B493860287C}" presName="LevelTwoTextNode" presStyleLbl="node2" presStyleIdx="2" presStyleCnt="5">
        <dgm:presLayoutVars>
          <dgm:chPref val="3"/>
        </dgm:presLayoutVars>
      </dgm:prSet>
      <dgm:spPr/>
    </dgm:pt>
    <dgm:pt modelId="{DECC4DB2-545B-4BBA-996B-F27422D1C5C3}" type="pres">
      <dgm:prSet presAssocID="{48342772-ABD8-4DA6-9173-5B493860287C}" presName="level3hierChild" presStyleCnt="0"/>
      <dgm:spPr/>
    </dgm:pt>
    <dgm:pt modelId="{0AFAB612-88E7-40DB-A024-9FEACB4CD60E}" type="pres">
      <dgm:prSet presAssocID="{65886330-E5BC-46ED-9E8C-A4D4C11906AA}" presName="conn2-1" presStyleLbl="parChTrans1D2" presStyleIdx="3" presStyleCnt="5"/>
      <dgm:spPr/>
    </dgm:pt>
    <dgm:pt modelId="{ED199902-0172-4227-B881-13D21559FA47}" type="pres">
      <dgm:prSet presAssocID="{65886330-E5BC-46ED-9E8C-A4D4C11906AA}" presName="connTx" presStyleCnt="0"/>
      <dgm:spPr/>
    </dgm:pt>
    <dgm:pt modelId="{D4A76B16-7606-4D87-BF34-1D2250CEBBEC}" type="pres">
      <dgm:prSet presAssocID="{E2029FEA-9859-46C1-8EEC-2B6A45ED99E9}" presName="root2" presStyleCnt="0"/>
      <dgm:spPr/>
    </dgm:pt>
    <dgm:pt modelId="{D5E9A1CA-88F9-4319-85D8-67D5247BDAF5}" type="pres">
      <dgm:prSet presAssocID="{E2029FEA-9859-46C1-8EEC-2B6A45ED99E9}" presName="LevelTwoTextNode" presStyleLbl="node2" presStyleIdx="3" presStyleCnt="5">
        <dgm:presLayoutVars>
          <dgm:chPref val="3"/>
        </dgm:presLayoutVars>
      </dgm:prSet>
      <dgm:spPr/>
    </dgm:pt>
    <dgm:pt modelId="{9B450E74-B6A4-4415-8842-0C469717AFA9}" type="pres">
      <dgm:prSet presAssocID="{E2029FEA-9859-46C1-8EEC-2B6A45ED99E9}" presName="level3hierChild" presStyleCnt="0"/>
      <dgm:spPr/>
    </dgm:pt>
    <dgm:pt modelId="{49AF53DB-ED73-4D8A-B262-5CFC2BB17039}" type="pres">
      <dgm:prSet presAssocID="{B1A391FB-6CF1-4698-9655-A6BEFA024251}" presName="conn2-1" presStyleLbl="parChTrans1D2" presStyleIdx="4" presStyleCnt="5"/>
      <dgm:spPr/>
    </dgm:pt>
    <dgm:pt modelId="{BEB0A3C7-FAB8-4A85-AD0A-7843E55D7ED8}" type="pres">
      <dgm:prSet presAssocID="{B1A391FB-6CF1-4698-9655-A6BEFA024251}" presName="connTx" presStyleCnt="0"/>
      <dgm:spPr/>
    </dgm:pt>
    <dgm:pt modelId="{FEE9AFD6-49A8-4BB3-AD05-057F04736B46}" type="pres">
      <dgm:prSet presAssocID="{63E963DC-5305-4C43-9E6F-058106758F19}" presName="root2" presStyleCnt="0"/>
      <dgm:spPr/>
    </dgm:pt>
    <dgm:pt modelId="{84624D55-E635-4EA0-9D21-4A232B4AC19D}" type="pres">
      <dgm:prSet presAssocID="{63E963DC-5305-4C43-9E6F-058106758F19}" presName="LevelTwoTextNode" presStyleLbl="node2" presStyleIdx="4" presStyleCnt="5">
        <dgm:presLayoutVars>
          <dgm:chPref val="3"/>
        </dgm:presLayoutVars>
      </dgm:prSet>
      <dgm:spPr/>
    </dgm:pt>
    <dgm:pt modelId="{1F276456-5142-4D96-8275-B3A5B44444A8}" type="pres">
      <dgm:prSet presAssocID="{63E963DC-5305-4C43-9E6F-058106758F19}" presName="level3hierChild" presStyleCnt="0"/>
      <dgm:spPr/>
    </dgm:pt>
  </dgm:ptLst>
  <dgm:cxnLst>
    <dgm:cxn modelId="{36405E4E-9C1B-45A7-90DB-F692911DCFED}" srcId="{EFE73B03-4D71-4565-8C52-4902BE6377A4}" destId="{0605F139-5EF0-48E7-A091-192233D2011D}" srcOrd="0" destOrd="0" parTransId="{2AFB1B2A-8749-4E5E-9CB9-0B60F81C46F8}" sibTransId="{E0FFEB56-236E-4FE9-83BF-31494E265D5A}"/>
    <dgm:cxn modelId="{6D2D913F-D2D7-4879-897E-860457F98C2B}" srcId="{0605F139-5EF0-48E7-A091-192233D2011D}" destId="{4530EE7D-F557-4815-9ED2-EABC47F46978}" srcOrd="0" destOrd="0" parTransId="{AC2BFF99-DAE2-494A-88AB-85D75BC6D2EE}" sibTransId="{B98A0394-6758-42EB-8D0E-4491BED52B6C}"/>
    <dgm:cxn modelId="{F454E3DF-F75D-458C-A9BB-5ABAE5E7F32E}" srcId="{0605F139-5EF0-48E7-A091-192233D2011D}" destId="{4E4A1E17-A3EC-4A54-9171-277E11A0B287}" srcOrd="1" destOrd="0" parTransId="{367D7799-1E5C-4947-8AD1-85D1E0D367AF}" sibTransId="{7FFEBD18-7D5B-41C0-A8F3-60942A71708D}"/>
    <dgm:cxn modelId="{B446DB8C-C977-4A86-A24F-09FB89F5856A}" srcId="{0605F139-5EF0-48E7-A091-192233D2011D}" destId="{48342772-ABD8-4DA6-9173-5B493860287C}" srcOrd="2" destOrd="0" parTransId="{71BF255B-AD31-4A40-A4C3-C1E7A63AB7EC}" sibTransId="{8BD12466-87E5-4EFF-BEFF-801CE4B93480}"/>
    <dgm:cxn modelId="{50631C51-44FE-4C16-84C2-AC38C590C2F4}" srcId="{0605F139-5EF0-48E7-A091-192233D2011D}" destId="{E2029FEA-9859-46C1-8EEC-2B6A45ED99E9}" srcOrd="3" destOrd="0" parTransId="{65886330-E5BC-46ED-9E8C-A4D4C11906AA}" sibTransId="{8F1FBB67-5918-4122-8B2C-E3460D67FE32}"/>
    <dgm:cxn modelId="{E37A2A71-FB5A-42EB-B735-2A3442612A37}" srcId="{0605F139-5EF0-48E7-A091-192233D2011D}" destId="{63E963DC-5305-4C43-9E6F-058106758F19}" srcOrd="4" destOrd="0" parTransId="{B1A391FB-6CF1-4698-9655-A6BEFA024251}" sibTransId="{B21F39FB-A52C-487E-8D04-C5A4301A2174}"/>
    <dgm:cxn modelId="{D6BCBD4B-4244-4C7A-8978-CECF582D24F3}" type="presOf" srcId="{EFE73B03-4D71-4565-8C52-4902BE6377A4}" destId="{5FBAB40F-6011-4629-9B30-77C9439C91BF}" srcOrd="0" destOrd="0" presId="urn:microsoft.com/office/officeart/2005/8/layout/hierarchy2"/>
    <dgm:cxn modelId="{0D4DC067-ED46-4DAF-988D-819D56AC435F}" type="presParOf" srcId="{5FBAB40F-6011-4629-9B30-77C9439C91BF}" destId="{2332AA2E-A989-4175-BB73-78EA4C3BDB65}" srcOrd="0" destOrd="0" presId="urn:microsoft.com/office/officeart/2005/8/layout/hierarchy2"/>
    <dgm:cxn modelId="{C8170DEE-42CD-40B6-B829-9B03BEDFF7A0}" type="presParOf" srcId="{2332AA2E-A989-4175-BB73-78EA4C3BDB65}" destId="{24E3F4AB-32FB-4CE0-9DAC-FC4DD26B5900}" srcOrd="0" destOrd="0" presId="urn:microsoft.com/office/officeart/2005/8/layout/hierarchy2"/>
    <dgm:cxn modelId="{7851E1A4-BBD1-44D1-AA06-C56A88EBA2CE}" type="presOf" srcId="{0605F139-5EF0-48E7-A091-192233D2011D}" destId="{24E3F4AB-32FB-4CE0-9DAC-FC4DD26B5900}" srcOrd="0" destOrd="0" presId="urn:microsoft.com/office/officeart/2005/8/layout/hierarchy2"/>
    <dgm:cxn modelId="{72EA8BC6-AAF2-43E4-8B7D-3A2E9400F695}" type="presParOf" srcId="{2332AA2E-A989-4175-BB73-78EA4C3BDB65}" destId="{44F25638-8073-4DA7-9390-5AC06A304565}" srcOrd="1" destOrd="0" presId="urn:microsoft.com/office/officeart/2005/8/layout/hierarchy2"/>
    <dgm:cxn modelId="{1FE9559C-5411-424B-9EB2-1452974944B4}" type="presParOf" srcId="{44F25638-8073-4DA7-9390-5AC06A304565}" destId="{B47BD6C9-6D53-4A69-975F-9CF96E25F10F}" srcOrd="0" destOrd="1" presId="urn:microsoft.com/office/officeart/2005/8/layout/hierarchy2"/>
    <dgm:cxn modelId="{4FB13C3A-7A0B-4161-813D-F2CC85F4D4C8}" type="presOf" srcId="{AC2BFF99-DAE2-494A-88AB-85D75BC6D2EE}" destId="{B47BD6C9-6D53-4A69-975F-9CF96E25F10F}" srcOrd="0" destOrd="0" presId="urn:microsoft.com/office/officeart/2005/8/layout/hierarchy2"/>
    <dgm:cxn modelId="{03F3E830-01A8-4B7F-9B1F-01DD3A29CD58}" type="presParOf" srcId="{B47BD6C9-6D53-4A69-975F-9CF96E25F10F}" destId="{C1833E64-0598-4ED8-B73B-4C820BB35531}" srcOrd="0" destOrd="0" presId="urn:microsoft.com/office/officeart/2005/8/layout/hierarchy2"/>
    <dgm:cxn modelId="{90D903C4-764B-4159-BD7C-39FA957E6DCD}" type="presOf" srcId="{AC2BFF99-DAE2-494A-88AB-85D75BC6D2EE}" destId="{C1833E64-0598-4ED8-B73B-4C820BB35531}" srcOrd="1" destOrd="0" presId="urn:microsoft.com/office/officeart/2005/8/layout/hierarchy2"/>
    <dgm:cxn modelId="{7DAA13FD-74FA-4A28-884B-46C12D856A87}" type="presParOf" srcId="{44F25638-8073-4DA7-9390-5AC06A304565}" destId="{46F58ACF-5130-428E-B3EF-87D6FEC0C921}" srcOrd="1" destOrd="1" presId="urn:microsoft.com/office/officeart/2005/8/layout/hierarchy2"/>
    <dgm:cxn modelId="{A0CF3AD1-4541-4EE2-A986-F8C2D1E91D59}" type="presParOf" srcId="{46F58ACF-5130-428E-B3EF-87D6FEC0C921}" destId="{3C0D5057-54F2-42F8-ADAD-AA27A1CC1A1B}" srcOrd="0" destOrd="1" presId="urn:microsoft.com/office/officeart/2005/8/layout/hierarchy2"/>
    <dgm:cxn modelId="{0A1574A9-D75F-4BCC-9806-D257F364F2C9}" type="presOf" srcId="{4530EE7D-F557-4815-9ED2-EABC47F46978}" destId="{3C0D5057-54F2-42F8-ADAD-AA27A1CC1A1B}" srcOrd="0" destOrd="0" presId="urn:microsoft.com/office/officeart/2005/8/layout/hierarchy2"/>
    <dgm:cxn modelId="{BE6DF053-59D2-4274-9804-7BD7DC6C92F7}" type="presParOf" srcId="{46F58ACF-5130-428E-B3EF-87D6FEC0C921}" destId="{48673F39-879C-4946-8DC7-FD68F0552920}" srcOrd="1" destOrd="1" presId="urn:microsoft.com/office/officeart/2005/8/layout/hierarchy2"/>
    <dgm:cxn modelId="{E078BB2B-E315-4F40-9757-81835EC61824}" type="presParOf" srcId="{44F25638-8073-4DA7-9390-5AC06A304565}" destId="{2E81B90F-7494-41FF-808F-F7F82B993B40}" srcOrd="2" destOrd="1" presId="urn:microsoft.com/office/officeart/2005/8/layout/hierarchy2"/>
    <dgm:cxn modelId="{70AE768A-9153-4AED-8436-2C418971D9F0}" type="presOf" srcId="{367D7799-1E5C-4947-8AD1-85D1E0D367AF}" destId="{2E81B90F-7494-41FF-808F-F7F82B993B40}" srcOrd="0" destOrd="0" presId="urn:microsoft.com/office/officeart/2005/8/layout/hierarchy2"/>
    <dgm:cxn modelId="{F0AA9821-28BF-4617-8BE8-A93EE5740697}" type="presParOf" srcId="{2E81B90F-7494-41FF-808F-F7F82B993B40}" destId="{0F4B7785-0023-487B-801C-9850969E1D34}" srcOrd="0" destOrd="2" presId="urn:microsoft.com/office/officeart/2005/8/layout/hierarchy2"/>
    <dgm:cxn modelId="{8E5A2706-816A-49AC-9CE2-E393E3C776E4}" type="presOf" srcId="{367D7799-1E5C-4947-8AD1-85D1E0D367AF}" destId="{0F4B7785-0023-487B-801C-9850969E1D34}" srcOrd="1" destOrd="0" presId="urn:microsoft.com/office/officeart/2005/8/layout/hierarchy2"/>
    <dgm:cxn modelId="{7DFB9647-AA05-47AA-A1EA-2BCC7E76D017}" type="presParOf" srcId="{44F25638-8073-4DA7-9390-5AC06A304565}" destId="{4925E953-147A-4210-9A9C-63730A307231}" srcOrd="3" destOrd="1" presId="urn:microsoft.com/office/officeart/2005/8/layout/hierarchy2"/>
    <dgm:cxn modelId="{4B901038-BCB2-47B8-9F4A-CE9A10CA2568}" type="presParOf" srcId="{4925E953-147A-4210-9A9C-63730A307231}" destId="{3D382021-A429-4403-82FF-5A95DD3EBB20}" srcOrd="0" destOrd="3" presId="urn:microsoft.com/office/officeart/2005/8/layout/hierarchy2"/>
    <dgm:cxn modelId="{9D76CA66-96A0-463F-A52F-7708C97B752F}" type="presOf" srcId="{4E4A1E17-A3EC-4A54-9171-277E11A0B287}" destId="{3D382021-A429-4403-82FF-5A95DD3EBB20}" srcOrd="0" destOrd="0" presId="urn:microsoft.com/office/officeart/2005/8/layout/hierarchy2"/>
    <dgm:cxn modelId="{C13451A1-F393-4126-B128-D6CD365396BE}" type="presParOf" srcId="{4925E953-147A-4210-9A9C-63730A307231}" destId="{6D231649-1A42-47D5-A289-01058E6A05B6}" srcOrd="1" destOrd="3" presId="urn:microsoft.com/office/officeart/2005/8/layout/hierarchy2"/>
    <dgm:cxn modelId="{C8201951-C50E-49B6-A1C7-7F1E6A5B303C}" type="presParOf" srcId="{44F25638-8073-4DA7-9390-5AC06A304565}" destId="{934F94D6-3132-4246-9D92-F7623C8FDBBF}" srcOrd="4" destOrd="1" presId="urn:microsoft.com/office/officeart/2005/8/layout/hierarchy2"/>
    <dgm:cxn modelId="{704E2BA2-DA7A-4525-85FE-B599A5FDD15B}" type="presOf" srcId="{71BF255B-AD31-4A40-A4C3-C1E7A63AB7EC}" destId="{934F94D6-3132-4246-9D92-F7623C8FDBBF}" srcOrd="0" destOrd="0" presId="urn:microsoft.com/office/officeart/2005/8/layout/hierarchy2"/>
    <dgm:cxn modelId="{D61CE957-79E6-4BF6-8332-0EA200CAF64B}" type="presParOf" srcId="{934F94D6-3132-4246-9D92-F7623C8FDBBF}" destId="{27913C13-7466-4DBF-A84E-E333B1BAD3B9}" srcOrd="0" destOrd="4" presId="urn:microsoft.com/office/officeart/2005/8/layout/hierarchy2"/>
    <dgm:cxn modelId="{C735F32D-24F6-4B80-9EDD-7876C10CF363}" type="presOf" srcId="{71BF255B-AD31-4A40-A4C3-C1E7A63AB7EC}" destId="{27913C13-7466-4DBF-A84E-E333B1BAD3B9}" srcOrd="1" destOrd="0" presId="urn:microsoft.com/office/officeart/2005/8/layout/hierarchy2"/>
    <dgm:cxn modelId="{9792D597-2C43-4A7A-9531-54543C2DA373}" type="presParOf" srcId="{44F25638-8073-4DA7-9390-5AC06A304565}" destId="{14830981-E089-40B5-95D6-E738142121F9}" srcOrd="5" destOrd="1" presId="urn:microsoft.com/office/officeart/2005/8/layout/hierarchy2"/>
    <dgm:cxn modelId="{04D74C49-7D72-4CCB-AC7C-6893A1EE628F}" type="presParOf" srcId="{14830981-E089-40B5-95D6-E738142121F9}" destId="{0F28D07E-2924-4C45-96A5-C0798C77F9CA}" srcOrd="0" destOrd="5" presId="urn:microsoft.com/office/officeart/2005/8/layout/hierarchy2"/>
    <dgm:cxn modelId="{7539AFBC-F0CE-4182-9126-35A33C305B45}" type="presOf" srcId="{48342772-ABD8-4DA6-9173-5B493860287C}" destId="{0F28D07E-2924-4C45-96A5-C0798C77F9CA}" srcOrd="0" destOrd="0" presId="urn:microsoft.com/office/officeart/2005/8/layout/hierarchy2"/>
    <dgm:cxn modelId="{9562951F-38FA-4C37-BD11-CD8994CD132A}" type="presParOf" srcId="{14830981-E089-40B5-95D6-E738142121F9}" destId="{DECC4DB2-545B-4BBA-996B-F27422D1C5C3}" srcOrd="1" destOrd="5" presId="urn:microsoft.com/office/officeart/2005/8/layout/hierarchy2"/>
    <dgm:cxn modelId="{E0FF7B14-4D8F-4025-A4CB-A934D0869826}" type="presParOf" srcId="{44F25638-8073-4DA7-9390-5AC06A304565}" destId="{0AFAB612-88E7-40DB-A024-9FEACB4CD60E}" srcOrd="6" destOrd="1" presId="urn:microsoft.com/office/officeart/2005/8/layout/hierarchy2"/>
    <dgm:cxn modelId="{F2AA4115-7570-429C-9C4B-93045CE2D7C2}" type="presOf" srcId="{65886330-E5BC-46ED-9E8C-A4D4C11906AA}" destId="{0AFAB612-88E7-40DB-A024-9FEACB4CD60E}" srcOrd="0" destOrd="0" presId="urn:microsoft.com/office/officeart/2005/8/layout/hierarchy2"/>
    <dgm:cxn modelId="{E4D4AD12-FACD-4977-99FB-FF90F1AFBC8E}" type="presParOf" srcId="{0AFAB612-88E7-40DB-A024-9FEACB4CD60E}" destId="{ED199902-0172-4227-B881-13D21559FA47}" srcOrd="0" destOrd="6" presId="urn:microsoft.com/office/officeart/2005/8/layout/hierarchy2"/>
    <dgm:cxn modelId="{60327203-8911-4BE7-939D-BB6FFDB42CCD}" type="presOf" srcId="{65886330-E5BC-46ED-9E8C-A4D4C11906AA}" destId="{ED199902-0172-4227-B881-13D21559FA47}" srcOrd="1" destOrd="0" presId="urn:microsoft.com/office/officeart/2005/8/layout/hierarchy2"/>
    <dgm:cxn modelId="{25F026D4-B3D4-4330-A4F2-3CC6FBFF61EE}" type="presParOf" srcId="{44F25638-8073-4DA7-9390-5AC06A304565}" destId="{D4A76B16-7606-4D87-BF34-1D2250CEBBEC}" srcOrd="7" destOrd="1" presId="urn:microsoft.com/office/officeart/2005/8/layout/hierarchy2"/>
    <dgm:cxn modelId="{06B1B8A4-8FF0-47BC-AE67-4A70D196117D}" type="presParOf" srcId="{D4A76B16-7606-4D87-BF34-1D2250CEBBEC}" destId="{D5E9A1CA-88F9-4319-85D8-67D5247BDAF5}" srcOrd="0" destOrd="7" presId="urn:microsoft.com/office/officeart/2005/8/layout/hierarchy2"/>
    <dgm:cxn modelId="{5E9AE63D-4333-45AC-84F1-344A954CEBD5}" type="presOf" srcId="{E2029FEA-9859-46C1-8EEC-2B6A45ED99E9}" destId="{D5E9A1CA-88F9-4319-85D8-67D5247BDAF5}" srcOrd="0" destOrd="0" presId="urn:microsoft.com/office/officeart/2005/8/layout/hierarchy2"/>
    <dgm:cxn modelId="{8A42B6B1-21E9-44B0-AC2B-8CD1BFFE4321}" type="presParOf" srcId="{D4A76B16-7606-4D87-BF34-1D2250CEBBEC}" destId="{9B450E74-B6A4-4415-8842-0C469717AFA9}" srcOrd="1" destOrd="7" presId="urn:microsoft.com/office/officeart/2005/8/layout/hierarchy2"/>
    <dgm:cxn modelId="{6B3EAEDE-879A-4474-935A-FA14A504DC04}" type="presParOf" srcId="{44F25638-8073-4DA7-9390-5AC06A304565}" destId="{49AF53DB-ED73-4D8A-B262-5CFC2BB17039}" srcOrd="8" destOrd="1" presId="urn:microsoft.com/office/officeart/2005/8/layout/hierarchy2"/>
    <dgm:cxn modelId="{B3C61327-F407-4499-AF63-56391B492B41}" type="presOf" srcId="{B1A391FB-6CF1-4698-9655-A6BEFA024251}" destId="{49AF53DB-ED73-4D8A-B262-5CFC2BB17039}" srcOrd="0" destOrd="0" presId="urn:microsoft.com/office/officeart/2005/8/layout/hierarchy2"/>
    <dgm:cxn modelId="{8778891D-CC58-48AF-804D-335AA739CEB9}" type="presParOf" srcId="{49AF53DB-ED73-4D8A-B262-5CFC2BB17039}" destId="{BEB0A3C7-FAB8-4A85-AD0A-7843E55D7ED8}" srcOrd="0" destOrd="8" presId="urn:microsoft.com/office/officeart/2005/8/layout/hierarchy2"/>
    <dgm:cxn modelId="{C7E2FB9C-E572-4008-8D01-26B4B891FD9E}" type="presOf" srcId="{B1A391FB-6CF1-4698-9655-A6BEFA024251}" destId="{BEB0A3C7-FAB8-4A85-AD0A-7843E55D7ED8}" srcOrd="1" destOrd="0" presId="urn:microsoft.com/office/officeart/2005/8/layout/hierarchy2"/>
    <dgm:cxn modelId="{0AAF7140-C86A-43B2-A5A6-AA873DBC7DB8}" type="presParOf" srcId="{44F25638-8073-4DA7-9390-5AC06A304565}" destId="{FEE9AFD6-49A8-4BB3-AD05-057F04736B46}" srcOrd="9" destOrd="1" presId="urn:microsoft.com/office/officeart/2005/8/layout/hierarchy2"/>
    <dgm:cxn modelId="{5E7EFDE3-81CE-4E6F-9502-FF1517761FC3}" type="presParOf" srcId="{FEE9AFD6-49A8-4BB3-AD05-057F04736B46}" destId="{84624D55-E635-4EA0-9D21-4A232B4AC19D}" srcOrd="0" destOrd="9" presId="urn:microsoft.com/office/officeart/2005/8/layout/hierarchy2"/>
    <dgm:cxn modelId="{D50C2BD3-DF8B-471F-95D7-52A1850FFA6D}" type="presOf" srcId="{63E963DC-5305-4C43-9E6F-058106758F19}" destId="{84624D55-E635-4EA0-9D21-4A232B4AC19D}" srcOrd="0" destOrd="0" presId="urn:microsoft.com/office/officeart/2005/8/layout/hierarchy2"/>
    <dgm:cxn modelId="{9787BC0D-9A1E-45F4-8FAE-B9FFBC4FEBBB}" type="presParOf" srcId="{FEE9AFD6-49A8-4BB3-AD05-057F04736B46}" destId="{1F276456-5142-4D96-8275-B3A5B44444A8}" srcOrd="1" destOrd="9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934710" cy="5418455"/>
        <a:chOff x="0" y="0"/>
        <a:chExt cx="5934710" cy="5418455"/>
      </a:xfrm>
    </dsp:grpSpPr>
    <dsp:sp modelId="{24E3F4AB-32FB-4CE0-9DAC-FC4DD26B5900}">
      <dsp:nvSpPr>
        <dsp:cNvPr id="3" name="圆角矩形 2"/>
        <dsp:cNvSpPr/>
      </dsp:nvSpPr>
      <dsp:spPr bwMode="white">
        <a:xfrm>
          <a:off x="3454407" y="2100412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800">
              <a:latin typeface="仿宋" panose="02010609060101010101" charset="-122"/>
              <a:ea typeface="仿宋" panose="02010609060101010101" charset="-122"/>
              <a:sym typeface="+mn-ea"/>
            </a:rPr>
            <a:t>与植物有关</a:t>
          </a:r>
          <a:endParaRPr lang="zh-CN" altLang="en-US" sz="2800">
            <a:latin typeface="仿宋" panose="02010609060101010101" charset="-122"/>
            <a:ea typeface="仿宋" panose="02010609060101010101" charset="-122"/>
            <a:sym typeface="+mn-ea"/>
          </a:endParaRPr>
        </a:p>
      </dsp:txBody>
      <dsp:txXfrm>
        <a:off x="3454407" y="2100412"/>
        <a:ext cx="2435261" cy="1217630"/>
      </dsp:txXfrm>
    </dsp:sp>
    <dsp:sp modelId="{B47BD6C9-6D53-4A69-975F-9CF96E25F10F}">
      <dsp:nvSpPr>
        <dsp:cNvPr id="4" name="任意多边形 3"/>
        <dsp:cNvSpPr/>
      </dsp:nvSpPr>
      <dsp:spPr bwMode="white">
        <a:xfrm>
          <a:off x="1809705" y="1638797"/>
          <a:ext cx="2315299" cy="40449"/>
        </a:xfrm>
        <a:custGeom>
          <a:avLst/>
          <a:gdLst/>
          <a:ahLst/>
          <a:cxnLst/>
          <a:pathLst>
            <a:path w="3646" h="64">
              <a:moveTo>
                <a:pt x="2590" y="1686"/>
              </a:moveTo>
              <a:lnTo>
                <a:pt x="1056" y="-1622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1809705" y="1638797"/>
        <a:ext cx="2315299" cy="40449"/>
      </dsp:txXfrm>
    </dsp:sp>
    <dsp:sp modelId="{3C0D5057-54F2-42F8-ADAD-AA27A1CC1A1B}">
      <dsp:nvSpPr>
        <dsp:cNvPr id="5" name="圆角矩形 4"/>
        <dsp:cNvSpPr/>
      </dsp:nvSpPr>
      <dsp:spPr bwMode="white">
        <a:xfrm>
          <a:off x="45042" y="0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柳暗花明</a:t>
          </a:r>
          <a:endParaRPr lang="zh-CN" altLang="en-US" sz="3200">
            <a:latin typeface="仿宋" panose="02010609060101010101" charset="-122"/>
            <a:ea typeface="仿宋" panose="02010609060101010101" charset="-122"/>
          </a:endParaRPr>
        </a:p>
      </dsp:txBody>
      <dsp:txXfrm>
        <a:off x="45042" y="0"/>
        <a:ext cx="2435261" cy="1217630"/>
      </dsp:txXfrm>
    </dsp:sp>
    <dsp:sp modelId="{2E81B90F-7494-41FF-808F-F7F82B993B40}">
      <dsp:nvSpPr>
        <dsp:cNvPr id="10" name="任意多边形 9"/>
        <dsp:cNvSpPr/>
      </dsp:nvSpPr>
      <dsp:spPr bwMode="white">
        <a:xfrm>
          <a:off x="2367548" y="2338934"/>
          <a:ext cx="1199613" cy="40449"/>
        </a:xfrm>
        <a:custGeom>
          <a:avLst/>
          <a:gdLst/>
          <a:ahLst/>
          <a:cxnLst/>
          <a:pathLst>
            <a:path w="1889" h="64">
              <a:moveTo>
                <a:pt x="1712" y="583"/>
              </a:moveTo>
              <a:lnTo>
                <a:pt x="178" y="-51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2367548" y="2338934"/>
        <a:ext cx="1199613" cy="40449"/>
      </dsp:txXfrm>
    </dsp:sp>
    <dsp:sp modelId="{3D382021-A429-4403-82FF-5A95DD3EBB20}">
      <dsp:nvSpPr>
        <dsp:cNvPr id="11" name="圆角矩形 10"/>
        <dsp:cNvSpPr/>
      </dsp:nvSpPr>
      <dsp:spPr bwMode="white">
        <a:xfrm>
          <a:off x="45042" y="1400275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草木皆兵</a:t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sp:txBody>
      <dsp:txXfrm>
        <a:off x="45042" y="1400275"/>
        <a:ext cx="2435261" cy="1217630"/>
      </dsp:txXfrm>
    </dsp:sp>
    <dsp:sp modelId="{934F94D6-3132-4246-9D92-F7623C8FDBBF}">
      <dsp:nvSpPr>
        <dsp:cNvPr id="16" name="任意多边形 15"/>
        <dsp:cNvSpPr/>
      </dsp:nvSpPr>
      <dsp:spPr bwMode="white">
        <a:xfrm>
          <a:off x="2367548" y="3039072"/>
          <a:ext cx="1199613" cy="40449"/>
        </a:xfrm>
        <a:custGeom>
          <a:avLst/>
          <a:gdLst/>
          <a:ahLst/>
          <a:cxnLst/>
          <a:pathLst>
            <a:path w="1889" h="64">
              <a:moveTo>
                <a:pt x="1712" y="-519"/>
              </a:moveTo>
              <a:lnTo>
                <a:pt x="178" y="583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</a:p>
      </dsp:txBody>
      <dsp:txXfrm>
        <a:off x="2367548" y="3039072"/>
        <a:ext cx="1199613" cy="40449"/>
      </dsp:txXfrm>
    </dsp:sp>
    <dsp:sp modelId="{0F28D07E-2924-4C45-96A5-C0798C77F9CA}">
      <dsp:nvSpPr>
        <dsp:cNvPr id="17" name="圆角矩形 16"/>
        <dsp:cNvSpPr/>
      </dsp:nvSpPr>
      <dsp:spPr bwMode="white">
        <a:xfrm>
          <a:off x="45042" y="2800550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望梅止渴</a:t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sp:txBody>
      <dsp:txXfrm>
        <a:off x="45042" y="2800550"/>
        <a:ext cx="2435261" cy="1217630"/>
      </dsp:txXfrm>
    </dsp:sp>
    <dsp:sp modelId="{0AFAB612-88E7-40DB-A024-9FEACB4CD60E}">
      <dsp:nvSpPr>
        <dsp:cNvPr id="14" name="任意多边形 13"/>
        <dsp:cNvSpPr/>
      </dsp:nvSpPr>
      <dsp:spPr bwMode="white">
        <a:xfrm>
          <a:off x="1809705" y="3739209"/>
          <a:ext cx="2315299" cy="40449"/>
        </a:xfrm>
        <a:custGeom>
          <a:avLst/>
          <a:gdLst/>
          <a:ahLst/>
          <a:cxnLst/>
          <a:pathLst>
            <a:path w="3646" h="64">
              <a:moveTo>
                <a:pt x="2590" y="-1622"/>
              </a:moveTo>
              <a:lnTo>
                <a:pt x="1056" y="1686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</a:p>
      </dsp:txBody>
      <dsp:txXfrm>
        <a:off x="1809705" y="3739209"/>
        <a:ext cx="2315299" cy="40449"/>
      </dsp:txXfrm>
    </dsp:sp>
    <dsp:sp modelId="{D5E9A1CA-88F9-4319-85D8-67D5247BDAF5}">
      <dsp:nvSpPr>
        <dsp:cNvPr id="15" name="圆角矩形 14"/>
        <dsp:cNvSpPr/>
      </dsp:nvSpPr>
      <dsp:spPr bwMode="white">
        <a:xfrm>
          <a:off x="45042" y="4200825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落英缤纷</a:t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sp:txBody>
      <dsp:txXfrm>
        <a:off x="45042" y="4200825"/>
        <a:ext cx="2435261" cy="12176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934710" cy="5418455"/>
        <a:chOff x="0" y="0"/>
        <a:chExt cx="5934710" cy="5418455"/>
      </a:xfrm>
    </dsp:grpSpPr>
    <dsp:sp modelId="{24E3F4AB-32FB-4CE0-9DAC-FC4DD26B5900}">
      <dsp:nvSpPr>
        <dsp:cNvPr id="3" name="圆角矩形 2"/>
        <dsp:cNvSpPr/>
      </dsp:nvSpPr>
      <dsp:spPr bwMode="white">
        <a:xfrm>
          <a:off x="3454407" y="2100412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800">
              <a:latin typeface="仿宋" panose="02010609060101010101" charset="-122"/>
              <a:ea typeface="仿宋" panose="02010609060101010101" charset="-122"/>
              <a:sym typeface="+mn-ea"/>
            </a:rPr>
            <a:t>与植物有关</a:t>
          </a:r>
          <a:endParaRPr lang="zh-CN" altLang="en-US" sz="2800">
            <a:latin typeface="仿宋" panose="02010609060101010101" charset="-122"/>
            <a:ea typeface="仿宋" panose="02010609060101010101" charset="-122"/>
            <a:sym typeface="+mn-ea"/>
          </a:endParaRPr>
        </a:p>
      </dsp:txBody>
      <dsp:txXfrm>
        <a:off x="3454407" y="2100412"/>
        <a:ext cx="2435261" cy="1217630"/>
      </dsp:txXfrm>
    </dsp:sp>
    <dsp:sp modelId="{B47BD6C9-6D53-4A69-975F-9CF96E25F10F}">
      <dsp:nvSpPr>
        <dsp:cNvPr id="4" name="任意多边形 3"/>
        <dsp:cNvSpPr/>
      </dsp:nvSpPr>
      <dsp:spPr bwMode="white">
        <a:xfrm>
          <a:off x="1809705" y="1638797"/>
          <a:ext cx="2315299" cy="40449"/>
        </a:xfrm>
        <a:custGeom>
          <a:avLst/>
          <a:gdLst/>
          <a:ahLst/>
          <a:cxnLst/>
          <a:pathLst>
            <a:path w="3646" h="64">
              <a:moveTo>
                <a:pt x="2590" y="1686"/>
              </a:moveTo>
              <a:lnTo>
                <a:pt x="1056" y="-1622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1809705" y="1638797"/>
        <a:ext cx="2315299" cy="40449"/>
      </dsp:txXfrm>
    </dsp:sp>
    <dsp:sp modelId="{3C0D5057-54F2-42F8-ADAD-AA27A1CC1A1B}">
      <dsp:nvSpPr>
        <dsp:cNvPr id="5" name="圆角矩形 4"/>
        <dsp:cNvSpPr/>
      </dsp:nvSpPr>
      <dsp:spPr bwMode="white">
        <a:xfrm>
          <a:off x="45042" y="0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柳暗花明</a:t>
          </a:r>
          <a:endParaRPr lang="zh-CN" altLang="en-US" sz="3200">
            <a:latin typeface="仿宋" panose="02010609060101010101" charset="-122"/>
            <a:ea typeface="仿宋" panose="02010609060101010101" charset="-122"/>
          </a:endParaRPr>
        </a:p>
      </dsp:txBody>
      <dsp:txXfrm>
        <a:off x="45042" y="0"/>
        <a:ext cx="2435261" cy="1217630"/>
      </dsp:txXfrm>
    </dsp:sp>
    <dsp:sp modelId="{2E81B90F-7494-41FF-808F-F7F82B993B40}">
      <dsp:nvSpPr>
        <dsp:cNvPr id="10" name="任意多边形 9"/>
        <dsp:cNvSpPr/>
      </dsp:nvSpPr>
      <dsp:spPr bwMode="white">
        <a:xfrm>
          <a:off x="2367548" y="2338934"/>
          <a:ext cx="1199613" cy="40449"/>
        </a:xfrm>
        <a:custGeom>
          <a:avLst/>
          <a:gdLst/>
          <a:ahLst/>
          <a:cxnLst/>
          <a:pathLst>
            <a:path w="1889" h="64">
              <a:moveTo>
                <a:pt x="1712" y="583"/>
              </a:moveTo>
              <a:lnTo>
                <a:pt x="178" y="-51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2367548" y="2338934"/>
        <a:ext cx="1199613" cy="40449"/>
      </dsp:txXfrm>
    </dsp:sp>
    <dsp:sp modelId="{3D382021-A429-4403-82FF-5A95DD3EBB20}">
      <dsp:nvSpPr>
        <dsp:cNvPr id="11" name="圆角矩形 10"/>
        <dsp:cNvSpPr/>
      </dsp:nvSpPr>
      <dsp:spPr bwMode="white">
        <a:xfrm>
          <a:off x="45042" y="1400275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草木皆兵</a:t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sp:txBody>
      <dsp:txXfrm>
        <a:off x="45042" y="1400275"/>
        <a:ext cx="2435261" cy="1217630"/>
      </dsp:txXfrm>
    </dsp:sp>
    <dsp:sp modelId="{934F94D6-3132-4246-9D92-F7623C8FDBBF}">
      <dsp:nvSpPr>
        <dsp:cNvPr id="16" name="任意多边形 15"/>
        <dsp:cNvSpPr/>
      </dsp:nvSpPr>
      <dsp:spPr bwMode="white">
        <a:xfrm>
          <a:off x="2367548" y="3039072"/>
          <a:ext cx="1199613" cy="40449"/>
        </a:xfrm>
        <a:custGeom>
          <a:avLst/>
          <a:gdLst/>
          <a:ahLst/>
          <a:cxnLst/>
          <a:pathLst>
            <a:path w="1889" h="64">
              <a:moveTo>
                <a:pt x="1712" y="-519"/>
              </a:moveTo>
              <a:lnTo>
                <a:pt x="178" y="583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</a:p>
      </dsp:txBody>
      <dsp:txXfrm>
        <a:off x="2367548" y="3039072"/>
        <a:ext cx="1199613" cy="40449"/>
      </dsp:txXfrm>
    </dsp:sp>
    <dsp:sp modelId="{0F28D07E-2924-4C45-96A5-C0798C77F9CA}">
      <dsp:nvSpPr>
        <dsp:cNvPr id="17" name="圆角矩形 16"/>
        <dsp:cNvSpPr/>
      </dsp:nvSpPr>
      <dsp:spPr bwMode="white">
        <a:xfrm>
          <a:off x="45042" y="2800550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望梅止渴</a:t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sp:txBody>
      <dsp:txXfrm>
        <a:off x="45042" y="2800550"/>
        <a:ext cx="2435261" cy="1217630"/>
      </dsp:txXfrm>
    </dsp:sp>
    <dsp:sp modelId="{0AFAB612-88E7-40DB-A024-9FEACB4CD60E}">
      <dsp:nvSpPr>
        <dsp:cNvPr id="14" name="任意多边形 13"/>
        <dsp:cNvSpPr/>
      </dsp:nvSpPr>
      <dsp:spPr bwMode="white">
        <a:xfrm>
          <a:off x="1809705" y="3739209"/>
          <a:ext cx="2315299" cy="40449"/>
        </a:xfrm>
        <a:custGeom>
          <a:avLst/>
          <a:gdLst/>
          <a:ahLst/>
          <a:cxnLst/>
          <a:pathLst>
            <a:path w="3646" h="64">
              <a:moveTo>
                <a:pt x="2590" y="-1622"/>
              </a:moveTo>
              <a:lnTo>
                <a:pt x="1056" y="1686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</a:p>
      </dsp:txBody>
      <dsp:txXfrm>
        <a:off x="1809705" y="3739209"/>
        <a:ext cx="2315299" cy="40449"/>
      </dsp:txXfrm>
    </dsp:sp>
    <dsp:sp modelId="{D5E9A1CA-88F9-4319-85D8-67D5247BDAF5}">
      <dsp:nvSpPr>
        <dsp:cNvPr id="15" name="圆角矩形 14"/>
        <dsp:cNvSpPr/>
      </dsp:nvSpPr>
      <dsp:spPr bwMode="white">
        <a:xfrm>
          <a:off x="45042" y="4200825"/>
          <a:ext cx="2435261" cy="121763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>
              <a:latin typeface="仿宋" panose="02010609060101010101" charset="-122"/>
              <a:ea typeface="仿宋" panose="02010609060101010101" charset="-122"/>
              <a:sym typeface="+mn-ea"/>
            </a:rPr>
            <a:t>落英缤纷</a:t>
          </a:r>
          <a:endParaRPr lang="zh-CN" altLang="en-US" sz="3200">
            <a:latin typeface="仿宋" panose="02010609060101010101" charset="-122"/>
            <a:ea typeface="仿宋" panose="02010609060101010101" charset="-122"/>
            <a:sym typeface="+mn-ea"/>
          </a:endParaRPr>
        </a:p>
      </dsp:txBody>
      <dsp:txXfrm>
        <a:off x="45042" y="4200825"/>
        <a:ext cx="2435261" cy="12176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rgbClr val="0070C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32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隶书" panose="02010509060101010101" charset="-122"/>
                <a:ea typeface="隶书" panose="0201050906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tags" Target="../tags/tag2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24.xml"/><Relationship Id="rId1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2.xml"/><Relationship Id="rId8" Type="http://schemas.openxmlformats.org/officeDocument/2006/relationships/diagramQuickStyle" Target="../diagrams/quickStyle2.xml"/><Relationship Id="rId7" Type="http://schemas.openxmlformats.org/officeDocument/2006/relationships/diagramLayout" Target="../diagrams/layout2.xml"/><Relationship Id="rId6" Type="http://schemas.openxmlformats.org/officeDocument/2006/relationships/diagramData" Target="../diagrams/data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35.xml"/><Relationship Id="rId10" Type="http://schemas.microsoft.com/office/2007/relationships/diagramDrawing" Target="../diagrams/drawing2.xml"/><Relationship Id="rId1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成 语 学 习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>
    <p:blinds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成语内容提纲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与植物有关的成语</a:t>
            </a:r>
            <a:endParaRPr lang="zh-CN" altLang="en-US"/>
          </a:p>
          <a:p>
            <a:r>
              <a:rPr lang="zh-CN" altLang="en-US">
                <a:hlinkClick r:id="rId1" action="ppaction://hlinksldjump">
                  <a:extLst>
                    <a:ext uri="{DAF060AB-1E55-43B9-8AAB-6FB025537F2F}">
                      <wpsdc:hlinkClr xmlns:wpsdc="http://www.wps.cn/officeDocument/2017/drawingmlCustomData" val="FF0000"/>
                      <wpsdc:folHlinkClr xmlns:wpsdc="http://www.wps.cn/officeDocument/2017/drawingmlCustomData" val="0070C0"/>
                      <wpsdc:hlinkUnderline xmlns:wpsdc="http://www.wps.cn/officeDocument/2017/drawingmlCustomData" val="0"/>
                    </a:ext>
                  </a:extLst>
                </a:hlinkClick>
              </a:rPr>
              <a:t>与动物有关的成语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与植物有关的成语（</a:t>
            </a:r>
            <a:r>
              <a:rPr lang="en-US" altLang="zh-CN">
                <a:sym typeface="+mn-ea"/>
              </a:rPr>
              <a:t>1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柳暗花明</a:t>
            </a:r>
            <a:endParaRPr lang="zh-CN" altLang="en-US"/>
          </a:p>
          <a:p>
            <a:pPr lvl="1"/>
            <a:r>
              <a:rPr lang="zh-CN" altLang="en-US"/>
              <a:t>读音：liǔ àn huā míng</a:t>
            </a:r>
            <a:endParaRPr lang="zh-CN" altLang="en-US"/>
          </a:p>
          <a:p>
            <a:pPr lvl="1"/>
            <a:r>
              <a:rPr lang="zh-CN" altLang="en-US"/>
              <a:t>出处：唐·武元衡《摩诃池送李侍御之凤翔》诗：“柳暗花明池上山，高楼歌酒换离颜。” </a:t>
            </a:r>
            <a:endParaRPr lang="zh-CN" altLang="en-US"/>
          </a:p>
          <a:p>
            <a:pPr lvl="1"/>
            <a:r>
              <a:rPr lang="zh-CN" altLang="en-US"/>
              <a:t>释义：形容绿柳成荫，繁花似锦的景象。也比喻经过一番曲折后，出现新的局面。多指由逆境转变为充满希望，前途光明的顺境。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>
    <p:blinds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与植物有关的成语（</a:t>
            </a:r>
            <a:r>
              <a:rPr lang="en-US" altLang="zh-CN">
                <a:sym typeface="+mn-ea"/>
              </a:rPr>
              <a:t>2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草木皆兵</a:t>
            </a:r>
            <a:endParaRPr lang="zh-CN" altLang="en-US"/>
          </a:p>
          <a:p>
            <a:pPr lvl="1"/>
            <a:r>
              <a:rPr lang="zh-CN" altLang="en-US"/>
              <a:t>读音：cǎo mù jiē bīng</a:t>
            </a:r>
            <a:endParaRPr lang="zh-CN" altLang="en-US"/>
          </a:p>
          <a:p>
            <a:pPr lvl="1"/>
            <a:r>
              <a:rPr lang="zh-CN" altLang="en-US"/>
              <a:t>出处：《晋书·苻坚载记下》：“坚与苻融登城而望王师，见部阵齐整，将士精锐；又北望八公山上草森皆类人形，顾谓融曰：‘此亦勍敌也，何谓少乎？’怃然有惧色。”</a:t>
            </a:r>
            <a:endParaRPr lang="zh-CN" altLang="en-US"/>
          </a:p>
          <a:p>
            <a:pPr lvl="1"/>
            <a:r>
              <a:rPr lang="zh-CN" altLang="en-US"/>
              <a:t>释义：后用“草木皆兵”形容人疑神疑鬼，稍有动静，就感到害怕。 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>
    <p:blinds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与植物有关的成语（</a:t>
            </a:r>
            <a:r>
              <a:rPr lang="en-US" altLang="zh-CN">
                <a:sym typeface="+mn-ea"/>
              </a:rPr>
              <a:t>3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望梅止渴</a:t>
            </a:r>
            <a:endParaRPr lang="zh-CN" altLang="en-US"/>
          </a:p>
          <a:p>
            <a:pPr lvl="1"/>
            <a:r>
              <a:rPr lang="zh-CN" altLang="en-US"/>
              <a:t>读音：wàng méi zhǐ kě</a:t>
            </a:r>
            <a:endParaRPr lang="zh-CN" altLang="en-US"/>
          </a:p>
          <a:p>
            <a:pPr lvl="1"/>
            <a:r>
              <a:rPr lang="zh-CN" altLang="en-US"/>
              <a:t>出处：南朝宋刘义庆《世说新语·假谲》：“魏武行役，失汲道，军皆渴。乃令曰：‘前有大梅林，饶子，甘酸可以解渴。’ 士卒闻之，口皆出水，乘此得及前源。”</a:t>
            </a:r>
            <a:endParaRPr lang="zh-CN" altLang="en-US"/>
          </a:p>
          <a:p>
            <a:pPr lvl="1"/>
            <a:r>
              <a:rPr lang="zh-CN" altLang="en-US"/>
              <a:t>释义：后用“望梅止渴”比喻用空想或空话等来安慰自己或别人。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>
    <p:blinds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与植物有关的成语（</a:t>
            </a:r>
            <a:r>
              <a:rPr lang="en-US" altLang="zh-CN">
                <a:sym typeface="+mn-ea"/>
              </a:rPr>
              <a:t>4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落英缤纷</a:t>
            </a:r>
            <a:endParaRPr lang="zh-CN" altLang="en-US"/>
          </a:p>
          <a:p>
            <a:pPr lvl="1"/>
            <a:r>
              <a:rPr lang="zh-CN" altLang="en-US"/>
              <a:t>读音：luò yīng bīn fēn</a:t>
            </a:r>
            <a:endParaRPr lang="zh-CN" altLang="en-US"/>
          </a:p>
          <a:p>
            <a:pPr lvl="1"/>
            <a:r>
              <a:rPr lang="zh-CN" altLang="en-US"/>
              <a:t>出处：晋·陶潜《桃花源记》：“忽逢桃花林，夹岸数百步，中无杂树，芳草鲜美，落英缤纷，渔人甚异之。”</a:t>
            </a:r>
            <a:endParaRPr lang="zh-CN" altLang="en-US"/>
          </a:p>
          <a:p>
            <a:pPr lvl="1"/>
            <a:r>
              <a:rPr lang="zh-CN" altLang="en-US"/>
              <a:t>释义：鲜花盛开，花瓣纷纷飘落。形容春天美好的景色。也指花儿凋谢的暮春天气。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>
    <p:blinds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与植物有关的成语（</a:t>
            </a:r>
            <a:r>
              <a:rPr lang="en-US" altLang="zh-CN">
                <a:sym typeface="+mn-ea"/>
              </a:rPr>
              <a:t>5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藕断丝连</a:t>
            </a:r>
            <a:endParaRPr lang="zh-CN" altLang="en-US"/>
          </a:p>
          <a:p>
            <a:pPr lvl="1"/>
            <a:r>
              <a:rPr lang="zh-CN" altLang="en-US"/>
              <a:t>读音：ǒu duàn sī lián</a:t>
            </a:r>
            <a:endParaRPr lang="zh-CN" altLang="en-US"/>
          </a:p>
          <a:p>
            <a:pPr lvl="1"/>
            <a:r>
              <a:rPr lang="zh-CN" altLang="en-US"/>
              <a:t>出处：唐·孟郊《去妇》诗：“妾心藕中丝，虽断犹牵连。”</a:t>
            </a:r>
            <a:endParaRPr lang="zh-CN" altLang="en-US"/>
          </a:p>
          <a:p>
            <a:pPr lvl="1"/>
            <a:r>
              <a:rPr lang="zh-CN" altLang="en-US"/>
              <a:t>释义：意为藕已断了，但藕丝却仍相连。后用“藕断丝连”比喻表面上断了关系，实际上仍有牵连。</a:t>
            </a:r>
            <a:endParaRPr lang="zh-CN" altLang="en-US"/>
          </a:p>
        </p:txBody>
      </p:sp>
      <p:sp>
        <p:nvSpPr>
          <p:cNvPr id="4" name="动作按钮: 后退或前一项 3">
            <a:hlinkClick r:id="rId1" action="ppaction://hlinksldjump"/>
          </p:cNvPr>
          <p:cNvSpPr/>
          <p:nvPr/>
        </p:nvSpPr>
        <p:spPr>
          <a:xfrm>
            <a:off x="9530715" y="1287145"/>
            <a:ext cx="1166495" cy="643890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p:transition>
    <p:blinds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与动物有关的成语（</a:t>
            </a:r>
            <a:r>
              <a:rPr lang="en-US" altLang="zh-CN">
                <a:sym typeface="+mn-ea"/>
              </a:rPr>
              <a:t>1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老马识途</a:t>
            </a:r>
            <a:endParaRPr lang="zh-CN" altLang="en-US"/>
          </a:p>
          <a:p>
            <a:pPr lvl="1"/>
            <a:r>
              <a:rPr lang="zh-CN" altLang="en-US"/>
              <a:t>读音：lǎo mǎ shí tú</a:t>
            </a:r>
            <a:endParaRPr lang="zh-CN" altLang="en-US"/>
          </a:p>
          <a:p>
            <a:pPr lvl="1"/>
            <a:r>
              <a:rPr lang="zh-CN" altLang="en-US"/>
              <a:t>出处：《韩非子·说林上》：“管仲、隰朋从桓公伐孤竹，春往冬反，迷惑失道。管仲曰：“老马之智可用也。”乃放老马而随之，遂得道。”</a:t>
            </a:r>
            <a:endParaRPr lang="zh-CN" altLang="en-US"/>
          </a:p>
          <a:p>
            <a:pPr lvl="1"/>
            <a:r>
              <a:rPr lang="zh-CN" altLang="en-US"/>
              <a:t>释义：意指老马认识走过的路。后用“老马识途”比喻阅历多，经验丰富的人能看清方向，办事熟悉。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>
    <p:blinds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与动物有关的成语（</a:t>
            </a:r>
            <a:r>
              <a:rPr lang="en-US" altLang="zh-CN">
                <a:sym typeface="+mn-ea"/>
              </a:rPr>
              <a:t>2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画龙点睛</a:t>
            </a:r>
            <a:endParaRPr lang="zh-CN" altLang="en-US"/>
          </a:p>
          <a:p>
            <a:pPr lvl="1"/>
            <a:r>
              <a:rPr lang="zh-CN" altLang="en-US"/>
              <a:t>读音：huà lóng diǎn jīng</a:t>
            </a:r>
            <a:endParaRPr lang="zh-CN" altLang="en-US"/>
          </a:p>
          <a:p>
            <a:pPr lvl="1"/>
            <a:r>
              <a:rPr lang="zh-CN" altLang="en-US"/>
              <a:t>出处：唐·张彦远《历代名画记》：“武帝崇饰佛寺，多命僧繇画之……金陵安乐寺四白龙不点眼睛，每云：“点睛即飞去”。人以为妄诞，固请点之，须臾雷电破壁，两龙乘之腾去上天，二龙未点睛者见在。”</a:t>
            </a:r>
            <a:endParaRPr lang="zh-CN" altLang="en-US"/>
          </a:p>
          <a:p>
            <a:pPr lvl="1"/>
            <a:r>
              <a:rPr lang="zh-CN" altLang="en-US"/>
              <a:t>释义：比喻艺术创作在关键处着墨或写作，说话时在关键处加上精辟词语，可使内容更加生动传神。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>
    <p:blinds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与动物有关的成语（</a:t>
            </a:r>
            <a:r>
              <a:rPr lang="en-US" altLang="zh-CN">
                <a:sym typeface="+mn-ea"/>
              </a:rPr>
              <a:t>3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如虎添翼</a:t>
            </a:r>
            <a:endParaRPr lang="zh-CN" altLang="en-US"/>
          </a:p>
          <a:p>
            <a:pPr lvl="1"/>
            <a:r>
              <a:rPr lang="zh-CN" altLang="en-US"/>
              <a:t>读音：rú hǔ tiān yì</a:t>
            </a:r>
            <a:endParaRPr lang="zh-CN" altLang="en-US"/>
          </a:p>
          <a:p>
            <a:pPr lvl="1"/>
            <a:r>
              <a:rPr lang="zh-CN" altLang="en-US"/>
              <a:t>出处：明·西周生《醒世姻缘传》：“教得个女儿如虎添翼一般，那里听薛夫人的解劝。”</a:t>
            </a:r>
            <a:endParaRPr lang="zh-CN" altLang="en-US"/>
          </a:p>
          <a:p>
            <a:pPr lvl="1"/>
            <a:r>
              <a:rPr lang="zh-CN" altLang="en-US"/>
              <a:t>释义：好像老虎加上了翅膀一样。比喻强者得到了有力的帮助而更加强大。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>
    <p:blinds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与动物有关的成语（</a:t>
            </a:r>
            <a:r>
              <a:rPr lang="en-US" altLang="zh-CN">
                <a:sym typeface="+mn-ea"/>
              </a:rPr>
              <a:t>4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汗牛充栋</a:t>
            </a:r>
            <a:endParaRPr lang="zh-CN" altLang="en-US"/>
          </a:p>
          <a:p>
            <a:pPr lvl="1"/>
            <a:r>
              <a:rPr lang="zh-CN" altLang="en-US"/>
              <a:t>读音：hàn niú chōng dòng</a:t>
            </a:r>
            <a:endParaRPr lang="zh-CN" altLang="en-US"/>
          </a:p>
          <a:p>
            <a:pPr lvl="1"/>
            <a:r>
              <a:rPr lang="zh-CN" altLang="en-US"/>
              <a:t>出处：唐·柳宗元《柳先生集·卷九·陆文通先生墓表》：“其为书，处则充栋宇，出则汗牛马。”</a:t>
            </a:r>
            <a:endParaRPr lang="zh-CN" altLang="en-US"/>
          </a:p>
          <a:p>
            <a:pPr lvl="1"/>
            <a:r>
              <a:rPr lang="zh-CN" altLang="en-US"/>
              <a:t>释义：意为书多得堆满屋子，用车运时，牛要累得出汗。后用“汗牛充栋”形容藏书或著作极多。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>
    <p:blinds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与动物有关的成语（</a:t>
            </a:r>
            <a:r>
              <a:rPr lang="en-US" altLang="zh-CN">
                <a:sym typeface="+mn-ea"/>
              </a:rPr>
              <a:t>5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闻鸡起舞</a:t>
            </a:r>
            <a:endParaRPr lang="zh-CN" altLang="en-US"/>
          </a:p>
          <a:p>
            <a:pPr lvl="1"/>
            <a:r>
              <a:rPr lang="zh-CN" altLang="en-US"/>
              <a:t>读音：wén jī qǐ wǔ</a:t>
            </a:r>
            <a:endParaRPr lang="zh-CN" altLang="en-US"/>
          </a:p>
          <a:p>
            <a:pPr lvl="1"/>
            <a:r>
              <a:rPr lang="zh-CN" altLang="en-US"/>
              <a:t>出处：语出《晋书·祖逖传》：“中夜闻荒鸡鸣，蹴琨觉曰：‘此非恶声也。’因起舞。”</a:t>
            </a:r>
            <a:endParaRPr lang="zh-CN" altLang="en-US"/>
          </a:p>
          <a:p>
            <a:pPr lvl="1"/>
            <a:r>
              <a:rPr lang="zh-CN" altLang="en-US"/>
              <a:t>释义：祖逖与刘琨互相勉励，立志为国效力，半夜听到鸡叫就起床舞剑，刻苦练功。后用“闻鸡起舞”形容有志之士及时发奋，刻苦自励。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>
    <p:blinds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学习总结</a:t>
            </a:r>
          </a:p>
        </p:txBody>
      </p:sp>
      <p:graphicFrame>
        <p:nvGraphicFramePr>
          <p:cNvPr id="4" name="图示 3" title="望梅止渴"/>
          <p:cNvGraphicFramePr/>
          <p:nvPr/>
        </p:nvGraphicFramePr>
        <p:xfrm>
          <a:off x="142875" y="1313815"/>
          <a:ext cx="593471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7" name="图示 6" title="望梅止渴"/>
          <p:cNvGraphicFramePr/>
          <p:nvPr/>
        </p:nvGraphicFramePr>
        <p:xfrm>
          <a:off x="6077585" y="1313815"/>
          <a:ext cx="593471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custDataLst>
      <p:tags r:id="rId11"/>
    </p:custDataLst>
  </p:cSld>
  <p:clrMapOvr>
    <a:masterClrMapping/>
  </p:clrMapOvr>
  <p:transition>
    <p:blinds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1334</Words>
  <Application>WPS 演示</Application>
  <PresentationFormat>宽屏</PresentationFormat>
  <Paragraphs>80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Wingdings</vt:lpstr>
      <vt:lpstr>隶书</vt:lpstr>
      <vt:lpstr>楷体</vt:lpstr>
      <vt:lpstr>仿宋</vt:lpstr>
      <vt:lpstr>Arial Unicode MS</vt:lpstr>
      <vt:lpstr>Calibri</vt:lpstr>
      <vt:lpstr>Office 主题​​</vt:lpstr>
      <vt:lpstr>成 语 学 习</vt:lpstr>
      <vt:lpstr>成语内容提纲</vt:lpstr>
      <vt:lpstr>与植物有关的成语（1）</vt:lpstr>
      <vt:lpstr>与植物有关的成语（2）</vt:lpstr>
      <vt:lpstr>与植物有关的成语（3）</vt:lpstr>
      <vt:lpstr>与植物有关的成语（4）</vt:lpstr>
      <vt:lpstr>与植物有关的成语（5）</vt:lpstr>
      <vt:lpstr>与动物有关的成语（1）</vt:lpstr>
      <vt:lpstr>与动物有关的成语（2）</vt:lpstr>
      <vt:lpstr>与动物有关的成语（3）</vt:lpstr>
      <vt:lpstr>与动物有关的成语（4）</vt:lpstr>
      <vt:lpstr>与动物有关的成语（5）</vt:lpstr>
      <vt:lpstr>学习总结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安</cp:lastModifiedBy>
  <cp:revision>182</cp:revision>
  <dcterms:created xsi:type="dcterms:W3CDTF">2019-06-19T02:08:00Z</dcterms:created>
  <dcterms:modified xsi:type="dcterms:W3CDTF">2021-05-05T07:36:48Z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