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60" r:id="rId3"/>
    <p:sldId id="261" r:id="rId4"/>
    <p:sldId id="270" r:id="rId5"/>
    <p:sldId id="294" r:id="rId6"/>
    <p:sldId id="298" r:id="rId7"/>
    <p:sldId id="296" r:id="rId8"/>
    <p:sldId id="297" r:id="rId9"/>
    <p:sldId id="299" r:id="rId10"/>
    <p:sldId id="318" r:id="rId11"/>
    <p:sldId id="319" r:id="rId12"/>
    <p:sldId id="281" r:id="rId13"/>
    <p:sldId id="282" r:id="rId14"/>
    <p:sldId id="288" r:id="rId15"/>
    <p:sldId id="321" r:id="rId16"/>
    <p:sldId id="266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guna" initials="g" lastIdx="1" clrIdx="0"/>
  <p:cmAuthor id="3" name="WangRuifang" initials="W" lastIdx="1" clrIdx="0"/>
  <p:cmAuthor id="0" name="同柱 刘" initials="" lastIdx="2" clrIdx="0"/>
  <p:cmAuthor id="4" name="XuRong" initials="X" lastIdx="1" clrIdx="1"/>
  <p:cmAuthor id="5" name="Author" initials="A" lastIdx="0" clrIdx="5"/>
  <p:cmAuthor id="6" name="DELL" initials="D" lastIdx="1" clrIdx="5"/>
  <p:cmAuthor id="7" name="万涛" initials="WT" lastIdx="2" clrIdx="6"/>
  <p:cmAuthor id="8" name="姜伟光" initials="姜" lastIdx="1" clrIdx="0"/>
  <p:cmAuthor id="191251535" name="沈霄雷" initials="沈" lastIdx="833089" clrIdx="0"/>
  <p:cmAuthor id="11" name="lewyZ" initials="l" lastIdx="1" clrIdx="1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_rels/data1.xml.rels><?xml version="1.0" encoding="UTF-8" standalone="yes"?>
<Relationships xmlns="http://schemas.openxmlformats.org/package/2006/relationships"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diagrams/_rels/drawing1.xml.rels><?xml version="1.0" encoding="UTF-8" standalone="yes"?>
<Relationships xmlns="http://schemas.openxmlformats.org/package/2006/relationships"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3F6FF1-7C2F-455D-9C8B-B80B588EC7B4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zh-CN" altLang="en-US"/>
        </a:p>
      </dgm:t>
    </dgm:pt>
    <dgm:pt modelId="{07F9A834-4D94-4931-93AD-E12499108428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国内第一的视频云服务商</a:t>
          </a:r>
          <a:r>
            <a:rPr lang="zh-CN" altLang="en-US"/>
            <a:t/>
          </a:r>
          <a:endParaRPr lang="zh-CN" altLang="en-US"/>
        </a:p>
      </dgm:t>
    </dgm:pt>
    <dgm:pt modelId="{E7356527-0C15-4E18-BCB7-0963A73ACEA5}" cxnId="{B5F32B58-94BB-443D-AF31-A855A16B1F73}" type="parTrans">
      <dgm:prSet/>
      <dgm:spPr/>
      <dgm:t>
        <a:bodyPr/>
        <a:p>
          <a:endParaRPr lang="zh-CN" altLang="en-US"/>
        </a:p>
      </dgm:t>
    </dgm:pt>
    <dgm:pt modelId="{8A335AB5-E98B-486A-BB89-8CECD6F7716A}" cxnId="{B5F32B58-94BB-443D-AF31-A855A16B1F73}" type="sibTrans">
      <dgm:prSet/>
      <dgm:spPr/>
      <dgm:t>
        <a:bodyPr/>
        <a:p>
          <a:endParaRPr lang="zh-CN" altLang="en-US"/>
        </a:p>
      </dgm:t>
    </dgm:pt>
    <dgm:pt modelId="{38DA39CB-AAA5-4E3D-BB0A-C407FD871E61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altLang="en-US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国内第一视频云，提供多行业视频整体解决方案及更高阶的视频生态服务。70%的知名直播及短视频APP都是金山云客户。</a:t>
          </a:r>
          <a:r>
            <a:rPr lang="zh-CN" altLang="en-US"/>
            <a:t/>
          </a:r>
          <a:endParaRPr lang="zh-CN" altLang="en-US"/>
        </a:p>
      </dgm:t>
    </dgm:pt>
    <dgm:pt modelId="{A05FD7AD-1E7C-4122-A83E-6CA8A172E157}" cxnId="{B5F49BF1-1573-4915-8028-AAFD51EF3E59}" type="parTrans">
      <dgm:prSet/>
      <dgm:spPr/>
    </dgm:pt>
    <dgm:pt modelId="{437695C5-8062-488F-A511-A1ABCF4BD0C9}" cxnId="{B5F49BF1-1573-4915-8028-AAFD51EF3E59}" type="sibTrans">
      <dgm:prSet/>
      <dgm:spPr/>
    </dgm:pt>
    <dgm:pt modelId="{B2620278-44A7-4582-8B8F-903EFA3FE84F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国内最大规模的游戏云</a:t>
          </a:r>
          <a:r>
            <a:rPr lang="zh-CN" altLang="en-US"/>
            <a:t/>
          </a:r>
          <a:endParaRPr lang="zh-CN" altLang="en-US"/>
        </a:p>
      </dgm:t>
    </dgm:pt>
    <dgm:pt modelId="{C6161972-0E9E-41F1-B2A0-45737E49BCCC}" cxnId="{08F899A7-9C2C-4844-BF77-07008275BDB6}" type="parTrans">
      <dgm:prSet/>
      <dgm:spPr/>
      <dgm:t>
        <a:bodyPr/>
        <a:p>
          <a:endParaRPr lang="zh-CN" altLang="en-US"/>
        </a:p>
      </dgm:t>
    </dgm:pt>
    <dgm:pt modelId="{04E1C1A1-967A-4191-9D7B-A15C926E6334}" cxnId="{08F899A7-9C2C-4844-BF77-07008275BDB6}" type="sibTrans">
      <dgm:prSet/>
      <dgm:spPr/>
      <dgm:t>
        <a:bodyPr/>
        <a:p>
          <a:endParaRPr lang="zh-CN" altLang="en-US"/>
        </a:p>
      </dgm:t>
    </dgm:pt>
    <dgm:pt modelId="{72ED26B8-B6A2-404F-BEAB-3FD902389DA4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国内最大的游戏云，Top20的游戏发行商，都在用金山云</a:t>
          </a:r>
          <a:r>
            <a:rPr lang="en-US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。</a:t>
          </a:r>
          <a:r>
            <a:rPr lang="zh-CN" altLang="en-US"/>
            <a:t/>
          </a:r>
          <a:endParaRPr lang="zh-CN" altLang="en-US"/>
        </a:p>
      </dgm:t>
    </dgm:pt>
    <dgm:pt modelId="{7667B5BB-2398-48EC-87D8-9963DA60B40C}" cxnId="{4B61EB55-9E4B-4052-B205-C18C9EC5F0AB}" type="parTrans">
      <dgm:prSet/>
      <dgm:spPr/>
    </dgm:pt>
    <dgm:pt modelId="{2845E0E4-F79D-494E-B607-2E2E2B28AE69}" cxnId="{4B61EB55-9E4B-4052-B205-C18C9EC5F0AB}" type="sibTrans">
      <dgm:prSet/>
      <dgm:spPr/>
    </dgm:pt>
    <dgm:pt modelId="{D9FB7ECC-5E59-4F86-B74C-EAD100460C13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国内最先进的医疗云平台</a:t>
          </a:r>
          <a:r>
            <a:rPr lang="zh-CN" altLang="en-US"/>
            <a:t/>
          </a:r>
          <a:endParaRPr lang="zh-CN" altLang="en-US"/>
        </a:p>
      </dgm:t>
    </dgm:pt>
    <dgm:pt modelId="{37682D1B-25BD-4B73-9F28-987BF5B7DED8}" cxnId="{16587FF2-E195-42C1-BE54-C7FAD5AE1762}" type="parTrans">
      <dgm:prSet/>
      <dgm:spPr/>
      <dgm:t>
        <a:bodyPr/>
        <a:p>
          <a:endParaRPr lang="zh-CN" altLang="en-US"/>
        </a:p>
      </dgm:t>
    </dgm:pt>
    <dgm:pt modelId="{8CAE556C-B21B-4A1B-A619-7E8E397C788B}" cxnId="{16587FF2-E195-42C1-BE54-C7FAD5AE1762}" type="sibTrans">
      <dgm:prSet/>
      <dgm:spPr/>
      <dgm:t>
        <a:bodyPr/>
        <a:p>
          <a:endParaRPr lang="zh-CN" altLang="en-US"/>
        </a:p>
      </dgm:t>
    </dgm:pt>
    <dgm:pt modelId="{9DD5C5E1-B74D-488B-BFAA-8905BF14B63F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“金山医云”携手北大医信、海纳等企业，提供完整医疗云解决方案。</a:t>
          </a:r>
          <a:r>
            <a:rPr lang="zh-CN" altLang="en-US"/>
            <a:t/>
          </a:r>
          <a:endParaRPr lang="zh-CN" altLang="en-US"/>
        </a:p>
      </dgm:t>
    </dgm:pt>
    <dgm:pt modelId="{1BD67921-186E-4F5B-A46D-401347FB2358}" cxnId="{4A4CAB72-2769-499B-AF4F-83D5653DB778}" type="parTrans">
      <dgm:prSet/>
      <dgm:spPr/>
    </dgm:pt>
    <dgm:pt modelId="{80C45CD1-D923-4A54-9D06-2DD790690285}" cxnId="{4A4CAB72-2769-499B-AF4F-83D5653DB778}" type="sibTrans">
      <dgm:prSet/>
      <dgm:spPr/>
    </dgm:pt>
    <dgm:pt modelId="{DC706716-667C-4D39-8A6F-7C971FFD2CE6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olidFill>
                <a:schemeClr val="tx1"/>
              </a:solidFill>
              <a:sym typeface="+mn-ea"/>
            </a:rPr>
            <a:t>国</a:t>
          </a:r>
          <a:r>
            <a:rPr>
              <a:solidFill>
                <a:schemeClr val="tx1"/>
              </a:solidFill>
              <a:sym typeface="+mn-ea"/>
            </a:rPr>
            <a:t>内</a:t>
          </a:r>
          <a:r>
            <a:rPr lang="zh-CN" altLang="en-US">
              <a:solidFill>
                <a:schemeClr val="tx1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最大规模的云存储服务商</a:t>
          </a:r>
          <a:r>
            <a:rPr lang="zh-CN" altLang="en-US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rPr>
            <a:t/>
          </a:r>
          <a:endParaRPr lang="zh-CN" altLang="en-US">
            <a:solidFill>
              <a:schemeClr val="tx1">
                <a:lumMod val="85000"/>
                <a:lumOff val="15000"/>
              </a:schemeClr>
            </a:solidFill>
            <a:uFillTx/>
            <a:latin typeface="Arial" panose="020B0604020202020204" pitchFamily="34" charset="0"/>
            <a:ea typeface="微软雅黑" panose="020B0503020204020204" pitchFamily="34" charset="-122"/>
          </a:endParaRPr>
        </a:p>
      </dgm:t>
    </dgm:pt>
    <dgm:pt modelId="{DB218697-2953-4734-9054-4D1D8E901C87}" cxnId="{18DEC36B-36AA-45A7-BF81-E006D38132CC}" type="parTrans">
      <dgm:prSet/>
      <dgm:spPr/>
    </dgm:pt>
    <dgm:pt modelId="{D6ACF763-639F-4499-A9F9-17D9B084A0FA}" cxnId="{18DEC36B-36AA-45A7-BF81-E006D38132CC}" type="sibTrans">
      <dgm:prSet/>
      <dgm:spPr/>
    </dgm:pt>
    <dgm:pt modelId="{1EDD1084-1961-4690-A351-6C627BC82BFE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altLang="en-US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EB级数据存储量，单日新增数据超过1PB，为小米Cloud提供支持。</a:t>
          </a:r>
          <a:r>
            <a:rPr altLang="en-US"/>
            <a:t/>
          </a:r>
          <a:endParaRPr altLang="en-US"/>
        </a:p>
      </dgm:t>
    </dgm:pt>
    <dgm:pt modelId="{AF533AD6-C2A0-450B-BD07-857F6011E8B5}" cxnId="{A48ED14F-CC86-49FD-8340-FBB6DF021D23}" type="parTrans">
      <dgm:prSet/>
      <dgm:spPr/>
    </dgm:pt>
    <dgm:pt modelId="{85B30F8C-55E8-4977-943E-D23C5E4A6625}" cxnId="{A48ED14F-CC86-49FD-8340-FBB6DF021D23}" type="sibTrans">
      <dgm:prSet/>
      <dgm:spPr/>
    </dgm:pt>
    <dgm:pt modelId="{1E79F48C-FB2A-4C76-A93D-335918B2E64E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olidFill>
                <a:schemeClr val="tx1"/>
              </a:solidFill>
              <a:sym typeface="+mn-ea"/>
            </a:rPr>
            <a:t>国</a:t>
          </a:r>
          <a:r>
            <a:rPr lang="zh-CN" altLang="en-US">
              <a:solidFill>
                <a:schemeClr val="tx1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内</a:t>
          </a:r>
          <a:r>
            <a:rPr lang="zh-CN" altLang="en-US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领先的自研云操作系统KCOS</a:t>
          </a:r>
          <a:r>
            <a:rPr lang="zh-CN" altLang="en-US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rPr>
            <a:t/>
          </a:r>
          <a:endParaRPr lang="zh-CN" altLang="en-US">
            <a:solidFill>
              <a:schemeClr val="tx1">
                <a:lumMod val="85000"/>
                <a:lumOff val="15000"/>
              </a:schemeClr>
            </a:solidFill>
            <a:uFillTx/>
            <a:latin typeface="Arial" panose="020B0604020202020204" pitchFamily="34" charset="0"/>
            <a:ea typeface="微软雅黑" panose="020B0503020204020204" pitchFamily="34" charset="-122"/>
          </a:endParaRPr>
        </a:p>
      </dgm:t>
    </dgm:pt>
    <dgm:pt modelId="{D661D34A-B15D-483B-9879-8FD0B6404A45}" cxnId="{839A0B63-3F60-47C7-AB34-417B3F11D05A}" type="parTrans">
      <dgm:prSet/>
      <dgm:spPr/>
    </dgm:pt>
    <dgm:pt modelId="{CC3CFA02-028A-4BBF-BC6D-FBF0E65783F1}" cxnId="{839A0B63-3F60-47C7-AB34-417B3F11D05A}" type="sibTrans">
      <dgm:prSet/>
      <dgm:spPr/>
    </dgm:pt>
    <dgm:pt modelId="{915396E3-2069-4A81-A54D-92E111DBCBA9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基于VPC的完善的混合云解决方案，领先的虚拟主机性能。</a:t>
          </a:r>
          <a:r>
            <a:rPr altLang="en-US"/>
            <a:t/>
          </a:r>
          <a:endParaRPr altLang="en-US"/>
        </a:p>
      </dgm:t>
    </dgm:pt>
    <dgm:pt modelId="{3BDA059B-B2BF-44CB-B137-B07A1B93B252}" cxnId="{7163B4EF-E783-4920-98B3-A07351C9FD8E}" type="parTrans">
      <dgm:prSet/>
      <dgm:spPr/>
    </dgm:pt>
    <dgm:pt modelId="{BD70C663-CF93-4C2F-966B-78F97117A2F8}" cxnId="{7163B4EF-E783-4920-98B3-A07351C9FD8E}" type="sibTrans">
      <dgm:prSet/>
      <dgm:spPr/>
    </dgm:pt>
    <dgm:pt modelId="{FF90211E-526F-4262-92C8-260CC0BA71EF}" type="pres">
      <dgm:prSet presAssocID="{9A3F6FF1-7C2F-455D-9C8B-B80B588EC7B4}" presName="linear" presStyleCnt="0">
        <dgm:presLayoutVars>
          <dgm:dir/>
          <dgm:resizeHandles val="exact"/>
        </dgm:presLayoutVars>
      </dgm:prSet>
      <dgm:spPr/>
    </dgm:pt>
    <dgm:pt modelId="{EACC82F1-E38C-4E69-9CA1-891A9653B4E1}" type="pres">
      <dgm:prSet presAssocID="{07F9A834-4D94-4931-93AD-E12499108428}" presName="comp" presStyleCnt="0"/>
      <dgm:spPr/>
    </dgm:pt>
    <dgm:pt modelId="{5EDE76D8-9BCC-482A-83FD-2B2563A97F3B}" type="pres">
      <dgm:prSet presAssocID="{07F9A834-4D94-4931-93AD-E12499108428}" presName="box" presStyleLbl="node1" presStyleIdx="0" presStyleCnt="5"/>
      <dgm:spPr/>
    </dgm:pt>
    <dgm:pt modelId="{7989DEA8-880A-4177-9232-BAD5559C31F3}" type="pres">
      <dgm:prSet presAssocID="{07F9A834-4D94-4931-93AD-E12499108428}" presName="img" presStyleLbl="fgImgPlace1" presStyleIdx="0" presStyleCnt="5"/>
      <dgm:spPr>
        <a:blipFill>
          <a:blip xmlns:r="http://schemas.openxmlformats.org/officeDocument/2006/relationships" r:embed="rId1"/>
          <a:stretch>
            <a:fillRect/>
          </a:stretch>
        </a:blipFill>
      </dgm:spPr>
    </dgm:pt>
    <dgm:pt modelId="{00392E97-6585-43F7-B866-BC0F5F59FEF1}" type="pres">
      <dgm:prSet presAssocID="{07F9A834-4D94-4931-93AD-E12499108428}" presName="text" presStyleCnt="0">
        <dgm:presLayoutVars>
          <dgm:bulletEnabled val="1"/>
        </dgm:presLayoutVars>
      </dgm:prSet>
      <dgm:spPr/>
    </dgm:pt>
    <dgm:pt modelId="{A22C12A1-CF35-46A3-A018-86FF292D0DB3}" type="pres">
      <dgm:prSet presAssocID="{8A335AB5-E98B-486A-BB89-8CECD6F7716A}" presName="spacer" presStyleCnt="0"/>
      <dgm:spPr/>
    </dgm:pt>
    <dgm:pt modelId="{601B874A-8D1E-4709-820E-3B36E2EEEB94}" type="pres">
      <dgm:prSet presAssocID="{B2620278-44A7-4582-8B8F-903EFA3FE84F}" presName="comp" presStyleCnt="0"/>
      <dgm:spPr/>
    </dgm:pt>
    <dgm:pt modelId="{FDCA1D01-F480-40EB-AB64-AF7A3F8581C7}" type="pres">
      <dgm:prSet presAssocID="{B2620278-44A7-4582-8B8F-903EFA3FE84F}" presName="box" presStyleLbl="node1" presStyleIdx="1" presStyleCnt="5"/>
      <dgm:spPr/>
    </dgm:pt>
    <dgm:pt modelId="{B4D78B09-9A77-4367-92B2-7401010E112B}" type="pres">
      <dgm:prSet presAssocID="{B2620278-44A7-4582-8B8F-903EFA3FE84F}" presName="img" presStyleLbl="fgImgPlace1" presStyleIdx="1" presStyleCnt="5"/>
      <dgm:spPr>
        <a:blipFill>
          <a:blip xmlns:r="http://schemas.openxmlformats.org/officeDocument/2006/relationships" r:embed="rId2"/>
          <a:stretch>
            <a:fillRect/>
          </a:stretch>
        </a:blipFill>
      </dgm:spPr>
    </dgm:pt>
    <dgm:pt modelId="{0694110D-0945-447A-B005-C90328F34348}" type="pres">
      <dgm:prSet presAssocID="{B2620278-44A7-4582-8B8F-903EFA3FE84F}" presName="text" presStyleCnt="0">
        <dgm:presLayoutVars>
          <dgm:bulletEnabled val="1"/>
        </dgm:presLayoutVars>
      </dgm:prSet>
      <dgm:spPr/>
    </dgm:pt>
    <dgm:pt modelId="{B48E32A5-5F8F-4952-92C8-5EB8D0F8AE0E}" type="pres">
      <dgm:prSet presAssocID="{04E1C1A1-967A-4191-9D7B-A15C926E6334}" presName="spacer" presStyleCnt="0"/>
      <dgm:spPr/>
    </dgm:pt>
    <dgm:pt modelId="{1AA539FF-7A48-4294-BE52-D23C695FC877}" type="pres">
      <dgm:prSet presAssocID="{D9FB7ECC-5E59-4F86-B74C-EAD100460C13}" presName="comp" presStyleCnt="0"/>
      <dgm:spPr/>
    </dgm:pt>
    <dgm:pt modelId="{0C5FDF78-8843-4CE2-AD2F-C29154219F5E}" type="pres">
      <dgm:prSet presAssocID="{D9FB7ECC-5E59-4F86-B74C-EAD100460C13}" presName="box" presStyleLbl="node1" presStyleIdx="2" presStyleCnt="5"/>
      <dgm:spPr/>
    </dgm:pt>
    <dgm:pt modelId="{B2F3D991-2F53-4E23-AD4B-FA40C43BBE09}" type="pres">
      <dgm:prSet presAssocID="{D9FB7ECC-5E59-4F86-B74C-EAD100460C13}" presName="img" presStyleLbl="fgImgPlace1" presStyleIdx="2" presStyleCnt="5"/>
      <dgm:spPr>
        <a:blipFill>
          <a:blip xmlns:r="http://schemas.openxmlformats.org/officeDocument/2006/relationships" r:embed="rId3"/>
          <a:stretch>
            <a:fillRect/>
          </a:stretch>
        </a:blipFill>
      </dgm:spPr>
    </dgm:pt>
    <dgm:pt modelId="{EF398D24-FF11-4A32-AC29-9C70022ED9A6}" type="pres">
      <dgm:prSet presAssocID="{D9FB7ECC-5E59-4F86-B74C-EAD100460C13}" presName="text" presStyleCnt="0">
        <dgm:presLayoutVars>
          <dgm:bulletEnabled val="1"/>
        </dgm:presLayoutVars>
      </dgm:prSet>
      <dgm:spPr/>
    </dgm:pt>
    <dgm:pt modelId="{0432B695-7594-4A78-BB86-F8E8FE4140B0}" type="pres">
      <dgm:prSet presAssocID="{8CAE556C-B21B-4A1B-A619-7E8E397C788B}" presName="spacer" presStyleCnt="0"/>
      <dgm:spPr/>
    </dgm:pt>
    <dgm:pt modelId="{1A093CA9-78E6-4C48-BCF2-55956285114F}" type="pres">
      <dgm:prSet presAssocID="{DC706716-667C-4D39-8A6F-7C971FFD2CE6}" presName="comp" presStyleCnt="0"/>
      <dgm:spPr/>
    </dgm:pt>
    <dgm:pt modelId="{44FA3976-7A52-4A91-AEC1-CFE3DB18D2E7}" type="pres">
      <dgm:prSet presAssocID="{DC706716-667C-4D39-8A6F-7C971FFD2CE6}" presName="box" presStyleLbl="node1" presStyleIdx="3" presStyleCnt="5"/>
      <dgm:spPr/>
    </dgm:pt>
    <dgm:pt modelId="{EDB71716-3C1A-4DF3-A78A-587B1217C439}" type="pres">
      <dgm:prSet presAssocID="{DC706716-667C-4D39-8A6F-7C971FFD2CE6}" presName="img" presStyleLbl="fgImgPlace1" presStyleIdx="3" presStyleCnt="5"/>
      <dgm:spPr>
        <a:blipFill>
          <a:blip xmlns:r="http://schemas.openxmlformats.org/officeDocument/2006/relationships" r:embed="rId4"/>
          <a:stretch>
            <a:fillRect/>
          </a:stretch>
        </a:blipFill>
      </dgm:spPr>
    </dgm:pt>
    <dgm:pt modelId="{282FFC69-747E-4A9B-B620-A3C80DC4F7D8}" type="pres">
      <dgm:prSet presAssocID="{DC706716-667C-4D39-8A6F-7C971FFD2CE6}" presName="text" presStyleCnt="0">
        <dgm:presLayoutVars>
          <dgm:bulletEnabled val="1"/>
        </dgm:presLayoutVars>
      </dgm:prSet>
      <dgm:spPr/>
    </dgm:pt>
    <dgm:pt modelId="{33A8F14B-205B-4F7B-9081-D51C261CC2B6}" type="pres">
      <dgm:prSet presAssocID="{D6ACF763-639F-4499-A9F9-17D9B084A0FA}" presName="spacer" presStyleCnt="0"/>
      <dgm:spPr/>
    </dgm:pt>
    <dgm:pt modelId="{84D58247-B44A-4BD6-8969-C6041D9155A4}" type="pres">
      <dgm:prSet presAssocID="{1E79F48C-FB2A-4C76-A93D-335918B2E64E}" presName="comp" presStyleCnt="0"/>
      <dgm:spPr/>
    </dgm:pt>
    <dgm:pt modelId="{8CFCDB53-155C-489C-93B7-340BF223E421}" type="pres">
      <dgm:prSet presAssocID="{1E79F48C-FB2A-4C76-A93D-335918B2E64E}" presName="box" presStyleLbl="node1" presStyleIdx="4" presStyleCnt="5"/>
      <dgm:spPr/>
    </dgm:pt>
    <dgm:pt modelId="{CF738418-843C-4B02-B846-492D965D416D}" type="pres">
      <dgm:prSet presAssocID="{1E79F48C-FB2A-4C76-A93D-335918B2E64E}" presName="img" presStyleLbl="fgImgPlace1" presStyleIdx="4" presStyleCnt="5"/>
      <dgm:spPr>
        <a:blipFill>
          <a:blip xmlns:r="http://schemas.openxmlformats.org/officeDocument/2006/relationships" r:embed="rId5"/>
          <a:stretch>
            <a:fillRect/>
          </a:stretch>
        </a:blipFill>
      </dgm:spPr>
    </dgm:pt>
    <dgm:pt modelId="{ECA04B3B-6EDE-4928-B14B-BE245DC7B7CC}" type="pres">
      <dgm:prSet presAssocID="{1E79F48C-FB2A-4C76-A93D-335918B2E64E}" presName="text" presStyleCnt="0">
        <dgm:presLayoutVars>
          <dgm:bulletEnabled val="1"/>
        </dgm:presLayoutVars>
      </dgm:prSet>
      <dgm:spPr/>
    </dgm:pt>
  </dgm:ptLst>
  <dgm:cxnLst>
    <dgm:cxn modelId="{B5F32B58-94BB-443D-AF31-A855A16B1F73}" srcId="{9A3F6FF1-7C2F-455D-9C8B-B80B588EC7B4}" destId="{07F9A834-4D94-4931-93AD-E12499108428}" srcOrd="0" destOrd="0" parTransId="{E7356527-0C15-4E18-BCB7-0963A73ACEA5}" sibTransId="{8A335AB5-E98B-486A-BB89-8CECD6F7716A}"/>
    <dgm:cxn modelId="{B5F49BF1-1573-4915-8028-AAFD51EF3E59}" srcId="{07F9A834-4D94-4931-93AD-E12499108428}" destId="{38DA39CB-AAA5-4E3D-BB0A-C407FD871E61}" srcOrd="0" destOrd="0" parTransId="{A05FD7AD-1E7C-4122-A83E-6CA8A172E157}" sibTransId="{437695C5-8062-488F-A511-A1ABCF4BD0C9}"/>
    <dgm:cxn modelId="{08F899A7-9C2C-4844-BF77-07008275BDB6}" srcId="{9A3F6FF1-7C2F-455D-9C8B-B80B588EC7B4}" destId="{B2620278-44A7-4582-8B8F-903EFA3FE84F}" srcOrd="1" destOrd="0" parTransId="{C6161972-0E9E-41F1-B2A0-45737E49BCCC}" sibTransId="{04E1C1A1-967A-4191-9D7B-A15C926E6334}"/>
    <dgm:cxn modelId="{4B61EB55-9E4B-4052-B205-C18C9EC5F0AB}" srcId="{B2620278-44A7-4582-8B8F-903EFA3FE84F}" destId="{72ED26B8-B6A2-404F-BEAB-3FD902389DA4}" srcOrd="0" destOrd="1" parTransId="{7667B5BB-2398-48EC-87D8-9963DA60B40C}" sibTransId="{2845E0E4-F79D-494E-B607-2E2E2B28AE69}"/>
    <dgm:cxn modelId="{16587FF2-E195-42C1-BE54-C7FAD5AE1762}" srcId="{9A3F6FF1-7C2F-455D-9C8B-B80B588EC7B4}" destId="{D9FB7ECC-5E59-4F86-B74C-EAD100460C13}" srcOrd="2" destOrd="0" parTransId="{37682D1B-25BD-4B73-9F28-987BF5B7DED8}" sibTransId="{8CAE556C-B21B-4A1B-A619-7E8E397C788B}"/>
    <dgm:cxn modelId="{4A4CAB72-2769-499B-AF4F-83D5653DB778}" srcId="{D9FB7ECC-5E59-4F86-B74C-EAD100460C13}" destId="{9DD5C5E1-B74D-488B-BFAA-8905BF14B63F}" srcOrd="0" destOrd="2" parTransId="{1BD67921-186E-4F5B-A46D-401347FB2358}" sibTransId="{80C45CD1-D923-4A54-9D06-2DD790690285}"/>
    <dgm:cxn modelId="{18DEC36B-36AA-45A7-BF81-E006D38132CC}" srcId="{9A3F6FF1-7C2F-455D-9C8B-B80B588EC7B4}" destId="{DC706716-667C-4D39-8A6F-7C971FFD2CE6}" srcOrd="3" destOrd="0" parTransId="{DB218697-2953-4734-9054-4D1D8E901C87}" sibTransId="{D6ACF763-639F-4499-A9F9-17D9B084A0FA}"/>
    <dgm:cxn modelId="{A48ED14F-CC86-49FD-8340-FBB6DF021D23}" srcId="{DC706716-667C-4D39-8A6F-7C971FFD2CE6}" destId="{1EDD1084-1961-4690-A351-6C627BC82BFE}" srcOrd="0" destOrd="3" parTransId="{AF533AD6-C2A0-450B-BD07-857F6011E8B5}" sibTransId="{85B30F8C-55E8-4977-943E-D23C5E4A6625}"/>
    <dgm:cxn modelId="{839A0B63-3F60-47C7-AB34-417B3F11D05A}" srcId="{9A3F6FF1-7C2F-455D-9C8B-B80B588EC7B4}" destId="{1E79F48C-FB2A-4C76-A93D-335918B2E64E}" srcOrd="4" destOrd="0" parTransId="{D661D34A-B15D-483B-9879-8FD0B6404A45}" sibTransId="{CC3CFA02-028A-4BBF-BC6D-FBF0E65783F1}"/>
    <dgm:cxn modelId="{7163B4EF-E783-4920-98B3-A07351C9FD8E}" srcId="{1E79F48C-FB2A-4C76-A93D-335918B2E64E}" destId="{915396E3-2069-4A81-A54D-92E111DBCBA9}" srcOrd="0" destOrd="4" parTransId="{3BDA059B-B2BF-44CB-B137-B07A1B93B252}" sibTransId="{BD70C663-CF93-4C2F-966B-78F97117A2F8}"/>
    <dgm:cxn modelId="{66EC4C5C-861D-4D53-BE0A-D7C71B6D114F}" type="presOf" srcId="{9A3F6FF1-7C2F-455D-9C8B-B80B588EC7B4}" destId="{FF90211E-526F-4262-92C8-260CC0BA71EF}" srcOrd="0" destOrd="0" presId="urn:microsoft.com/office/officeart/2005/8/layout/vList4"/>
    <dgm:cxn modelId="{8318F33C-9930-4930-A488-E3E83BB4F404}" type="presParOf" srcId="{FF90211E-526F-4262-92C8-260CC0BA71EF}" destId="{EACC82F1-E38C-4E69-9CA1-891A9653B4E1}" srcOrd="0" destOrd="0" presId="urn:microsoft.com/office/officeart/2005/8/layout/vList4"/>
    <dgm:cxn modelId="{81D69EB0-2C67-4122-A1C8-D133A197EFB8}" type="presParOf" srcId="{EACC82F1-E38C-4E69-9CA1-891A9653B4E1}" destId="{5EDE76D8-9BCC-482A-83FD-2B2563A97F3B}" srcOrd="0" destOrd="0" presId="urn:microsoft.com/office/officeart/2005/8/layout/vList4"/>
    <dgm:cxn modelId="{2D0D4042-951F-4F50-9663-435C32D3E0DC}" type="presOf" srcId="{07F9A834-4D94-4931-93AD-E12499108428}" destId="{5EDE76D8-9BCC-482A-83FD-2B2563A97F3B}" srcOrd="0" destOrd="0" presId="urn:microsoft.com/office/officeart/2005/8/layout/vList4"/>
    <dgm:cxn modelId="{13462B81-5F51-4C41-999B-49DC84EFE23B}" type="presOf" srcId="{38DA39CB-AAA5-4E3D-BB0A-C407FD871E61}" destId="{5EDE76D8-9BCC-482A-83FD-2B2563A97F3B}" srcOrd="0" destOrd="1" presId="urn:microsoft.com/office/officeart/2005/8/layout/vList4"/>
    <dgm:cxn modelId="{2D7B6F27-52F5-4412-805C-0D75B5740D24}" type="presParOf" srcId="{EACC82F1-E38C-4E69-9CA1-891A9653B4E1}" destId="{7989DEA8-880A-4177-9232-BAD5559C31F3}" srcOrd="1" destOrd="0" presId="urn:microsoft.com/office/officeart/2005/8/layout/vList4"/>
    <dgm:cxn modelId="{9BBB5218-CC94-40F4-B2BA-1A186F209665}" type="presParOf" srcId="{EACC82F1-E38C-4E69-9CA1-891A9653B4E1}" destId="{00392E97-6585-43F7-B866-BC0F5F59FEF1}" srcOrd="2" destOrd="0" presId="urn:microsoft.com/office/officeart/2005/8/layout/vList4"/>
    <dgm:cxn modelId="{FF29683E-5A86-4C1A-BD5F-D6ACD9E240E7}" type="presOf" srcId="{07F9A834-4D94-4931-93AD-E12499108428}" destId="{00392E97-6585-43F7-B866-BC0F5F59FEF1}" srcOrd="1" destOrd="0" presId="urn:microsoft.com/office/officeart/2005/8/layout/vList4"/>
    <dgm:cxn modelId="{4A7F3A26-838D-4544-BEEE-4C746138FF52}" type="presOf" srcId="{38DA39CB-AAA5-4E3D-BB0A-C407FD871E61}" destId="{00392E97-6585-43F7-B866-BC0F5F59FEF1}" srcOrd="1" destOrd="1" presId="urn:microsoft.com/office/officeart/2005/8/layout/vList4"/>
    <dgm:cxn modelId="{16ECF1E0-8A86-4D0C-9840-AF69099BCE5F}" type="presParOf" srcId="{FF90211E-526F-4262-92C8-260CC0BA71EF}" destId="{A22C12A1-CF35-46A3-A018-86FF292D0DB3}" srcOrd="1" destOrd="0" presId="urn:microsoft.com/office/officeart/2005/8/layout/vList4"/>
    <dgm:cxn modelId="{A1A1DE06-02F4-4895-95C9-5CB449E3D1F0}" type="presOf" srcId="{8A335AB5-E98B-486A-BB89-8CECD6F7716A}" destId="{A22C12A1-CF35-46A3-A018-86FF292D0DB3}" srcOrd="0" destOrd="0" presId="urn:microsoft.com/office/officeart/2005/8/layout/vList4"/>
    <dgm:cxn modelId="{18DB9F42-1453-46BB-B188-C4B8D1CA54FB}" type="presParOf" srcId="{FF90211E-526F-4262-92C8-260CC0BA71EF}" destId="{601B874A-8D1E-4709-820E-3B36E2EEEB94}" srcOrd="2" destOrd="0" presId="urn:microsoft.com/office/officeart/2005/8/layout/vList4"/>
    <dgm:cxn modelId="{8EA01ADA-A682-41B6-8BA1-0CAD630456EB}" type="presParOf" srcId="{601B874A-8D1E-4709-820E-3B36E2EEEB94}" destId="{FDCA1D01-F480-40EB-AB64-AF7A3F8581C7}" srcOrd="0" destOrd="2" presId="urn:microsoft.com/office/officeart/2005/8/layout/vList4"/>
    <dgm:cxn modelId="{CF9CB867-85F1-439C-ACA5-2BBEB9DC14FE}" type="presOf" srcId="{B2620278-44A7-4582-8B8F-903EFA3FE84F}" destId="{FDCA1D01-F480-40EB-AB64-AF7A3F8581C7}" srcOrd="0" destOrd="0" presId="urn:microsoft.com/office/officeart/2005/8/layout/vList4"/>
    <dgm:cxn modelId="{1BAB6178-E293-4D89-9768-DB22D1ACFC00}" type="presOf" srcId="{72ED26B8-B6A2-404F-BEAB-3FD902389DA4}" destId="{FDCA1D01-F480-40EB-AB64-AF7A3F8581C7}" srcOrd="0" destOrd="1" presId="urn:microsoft.com/office/officeart/2005/8/layout/vList4"/>
    <dgm:cxn modelId="{47C21B8A-CF78-4A7F-AC0E-407E42D68CCC}" type="presParOf" srcId="{601B874A-8D1E-4709-820E-3B36E2EEEB94}" destId="{B4D78B09-9A77-4367-92B2-7401010E112B}" srcOrd="1" destOrd="2" presId="urn:microsoft.com/office/officeart/2005/8/layout/vList4"/>
    <dgm:cxn modelId="{21804E20-B046-42E2-A5FA-91C4B00BA45C}" type="presParOf" srcId="{601B874A-8D1E-4709-820E-3B36E2EEEB94}" destId="{0694110D-0945-447A-B005-C90328F34348}" srcOrd="2" destOrd="2" presId="urn:microsoft.com/office/officeart/2005/8/layout/vList4"/>
    <dgm:cxn modelId="{51C47AC3-D92F-447A-95BC-DB65DE7BF77F}" type="presOf" srcId="{B2620278-44A7-4582-8B8F-903EFA3FE84F}" destId="{0694110D-0945-447A-B005-C90328F34348}" srcOrd="1" destOrd="0" presId="urn:microsoft.com/office/officeart/2005/8/layout/vList4"/>
    <dgm:cxn modelId="{83D53550-D94F-4E3D-A14D-E23B36E4DF01}" type="presOf" srcId="{72ED26B8-B6A2-404F-BEAB-3FD902389DA4}" destId="{0694110D-0945-447A-B005-C90328F34348}" srcOrd="1" destOrd="1" presId="urn:microsoft.com/office/officeart/2005/8/layout/vList4"/>
    <dgm:cxn modelId="{9995F207-43F1-4D81-B4B9-093BFB189AF3}" type="presParOf" srcId="{FF90211E-526F-4262-92C8-260CC0BA71EF}" destId="{B48E32A5-5F8F-4952-92C8-5EB8D0F8AE0E}" srcOrd="3" destOrd="0" presId="urn:microsoft.com/office/officeart/2005/8/layout/vList4"/>
    <dgm:cxn modelId="{774F1783-9958-44E7-9121-4E11895B4AE3}" type="presOf" srcId="{04E1C1A1-967A-4191-9D7B-A15C926E6334}" destId="{B48E32A5-5F8F-4952-92C8-5EB8D0F8AE0E}" srcOrd="0" destOrd="0" presId="urn:microsoft.com/office/officeart/2005/8/layout/vList4"/>
    <dgm:cxn modelId="{44D60D94-0E92-40CE-9323-32E1C67F37F5}" type="presParOf" srcId="{FF90211E-526F-4262-92C8-260CC0BA71EF}" destId="{1AA539FF-7A48-4294-BE52-D23C695FC877}" srcOrd="4" destOrd="0" presId="urn:microsoft.com/office/officeart/2005/8/layout/vList4"/>
    <dgm:cxn modelId="{20C36AF5-5D0F-4260-AF8F-F76A02B24884}" type="presParOf" srcId="{1AA539FF-7A48-4294-BE52-D23C695FC877}" destId="{0C5FDF78-8843-4CE2-AD2F-C29154219F5E}" srcOrd="0" destOrd="4" presId="urn:microsoft.com/office/officeart/2005/8/layout/vList4"/>
    <dgm:cxn modelId="{C982C653-0646-4E48-A63A-DC690D18B48F}" type="presOf" srcId="{D9FB7ECC-5E59-4F86-B74C-EAD100460C13}" destId="{0C5FDF78-8843-4CE2-AD2F-C29154219F5E}" srcOrd="0" destOrd="0" presId="urn:microsoft.com/office/officeart/2005/8/layout/vList4"/>
    <dgm:cxn modelId="{630FB0B3-9FFB-48F1-8D73-1980796F8C48}" type="presOf" srcId="{9DD5C5E1-B74D-488B-BFAA-8905BF14B63F}" destId="{0C5FDF78-8843-4CE2-AD2F-C29154219F5E}" srcOrd="0" destOrd="1" presId="urn:microsoft.com/office/officeart/2005/8/layout/vList4"/>
    <dgm:cxn modelId="{909298EB-0F2B-4601-AAF5-669CD5EC3A19}" type="presParOf" srcId="{1AA539FF-7A48-4294-BE52-D23C695FC877}" destId="{B2F3D991-2F53-4E23-AD4B-FA40C43BBE09}" srcOrd="1" destOrd="4" presId="urn:microsoft.com/office/officeart/2005/8/layout/vList4"/>
    <dgm:cxn modelId="{1F3557B9-7C47-4F28-A811-187F4EE05787}" type="presParOf" srcId="{1AA539FF-7A48-4294-BE52-D23C695FC877}" destId="{EF398D24-FF11-4A32-AC29-9C70022ED9A6}" srcOrd="2" destOrd="4" presId="urn:microsoft.com/office/officeart/2005/8/layout/vList4"/>
    <dgm:cxn modelId="{6A9A59FB-BEC0-444F-8937-990A9C3A8C54}" type="presOf" srcId="{D9FB7ECC-5E59-4F86-B74C-EAD100460C13}" destId="{EF398D24-FF11-4A32-AC29-9C70022ED9A6}" srcOrd="1" destOrd="0" presId="urn:microsoft.com/office/officeart/2005/8/layout/vList4"/>
    <dgm:cxn modelId="{3FE2C7CB-CA28-4802-9F76-D947AF965914}" type="presOf" srcId="{9DD5C5E1-B74D-488B-BFAA-8905BF14B63F}" destId="{EF398D24-FF11-4A32-AC29-9C70022ED9A6}" srcOrd="1" destOrd="1" presId="urn:microsoft.com/office/officeart/2005/8/layout/vList4"/>
    <dgm:cxn modelId="{421875A3-725B-48AD-9742-1C9A27F87731}" type="presParOf" srcId="{FF90211E-526F-4262-92C8-260CC0BA71EF}" destId="{0432B695-7594-4A78-BB86-F8E8FE4140B0}" srcOrd="5" destOrd="0" presId="urn:microsoft.com/office/officeart/2005/8/layout/vList4"/>
    <dgm:cxn modelId="{7FCF891F-B023-426C-98DE-97C75773B7A5}" type="presOf" srcId="{8CAE556C-B21B-4A1B-A619-7E8E397C788B}" destId="{0432B695-7594-4A78-BB86-F8E8FE4140B0}" srcOrd="0" destOrd="0" presId="urn:microsoft.com/office/officeart/2005/8/layout/vList4"/>
    <dgm:cxn modelId="{28EA92BF-F605-4CEE-A302-8C175A7E68A0}" type="presParOf" srcId="{FF90211E-526F-4262-92C8-260CC0BA71EF}" destId="{1A093CA9-78E6-4C48-BCF2-55956285114F}" srcOrd="6" destOrd="0" presId="urn:microsoft.com/office/officeart/2005/8/layout/vList4"/>
    <dgm:cxn modelId="{180DA476-5C94-4DD3-8640-B0E43F0D80EC}" type="presParOf" srcId="{1A093CA9-78E6-4C48-BCF2-55956285114F}" destId="{44FA3976-7A52-4A91-AEC1-CFE3DB18D2E7}" srcOrd="0" destOrd="6" presId="urn:microsoft.com/office/officeart/2005/8/layout/vList4"/>
    <dgm:cxn modelId="{3E851754-E0D3-49B3-BD4C-CCDB6943457C}" type="presOf" srcId="{DC706716-667C-4D39-8A6F-7C971FFD2CE6}" destId="{44FA3976-7A52-4A91-AEC1-CFE3DB18D2E7}" srcOrd="0" destOrd="0" presId="urn:microsoft.com/office/officeart/2005/8/layout/vList4"/>
    <dgm:cxn modelId="{4AB3C3B6-C764-4342-8317-8EB71943DCBC}" type="presOf" srcId="{1EDD1084-1961-4690-A351-6C627BC82BFE}" destId="{44FA3976-7A52-4A91-AEC1-CFE3DB18D2E7}" srcOrd="0" destOrd="1" presId="urn:microsoft.com/office/officeart/2005/8/layout/vList4"/>
    <dgm:cxn modelId="{ADEA9E0B-878B-42EF-9851-A29FEE05A124}" type="presParOf" srcId="{1A093CA9-78E6-4C48-BCF2-55956285114F}" destId="{EDB71716-3C1A-4DF3-A78A-587B1217C439}" srcOrd="1" destOrd="6" presId="urn:microsoft.com/office/officeart/2005/8/layout/vList4"/>
    <dgm:cxn modelId="{B18CAD09-F979-456F-A13E-AB00A5049E1D}" type="presParOf" srcId="{1A093CA9-78E6-4C48-BCF2-55956285114F}" destId="{282FFC69-747E-4A9B-B620-A3C80DC4F7D8}" srcOrd="2" destOrd="6" presId="urn:microsoft.com/office/officeart/2005/8/layout/vList4"/>
    <dgm:cxn modelId="{9CB8DBDA-840B-43FE-94F3-1D5ABE4FF07D}" type="presOf" srcId="{DC706716-667C-4D39-8A6F-7C971FFD2CE6}" destId="{282FFC69-747E-4A9B-B620-A3C80DC4F7D8}" srcOrd="1" destOrd="0" presId="urn:microsoft.com/office/officeart/2005/8/layout/vList4"/>
    <dgm:cxn modelId="{98F294C4-4C9A-4053-BE4E-0FBCD8CD1570}" type="presOf" srcId="{1EDD1084-1961-4690-A351-6C627BC82BFE}" destId="{282FFC69-747E-4A9B-B620-A3C80DC4F7D8}" srcOrd="1" destOrd="1" presId="urn:microsoft.com/office/officeart/2005/8/layout/vList4"/>
    <dgm:cxn modelId="{3C1804DD-EEED-4B8D-BD6F-D34E578735EF}" type="presParOf" srcId="{FF90211E-526F-4262-92C8-260CC0BA71EF}" destId="{33A8F14B-205B-4F7B-9081-D51C261CC2B6}" srcOrd="7" destOrd="0" presId="urn:microsoft.com/office/officeart/2005/8/layout/vList4"/>
    <dgm:cxn modelId="{48F04C99-DC2F-46E3-B6FE-43789A38D6BA}" type="presOf" srcId="{D6ACF763-639F-4499-A9F9-17D9B084A0FA}" destId="{33A8F14B-205B-4F7B-9081-D51C261CC2B6}" srcOrd="0" destOrd="0" presId="urn:microsoft.com/office/officeart/2005/8/layout/vList4"/>
    <dgm:cxn modelId="{E02393CD-E03C-42C8-9369-3EECBA652571}" type="presParOf" srcId="{FF90211E-526F-4262-92C8-260CC0BA71EF}" destId="{84D58247-B44A-4BD6-8969-C6041D9155A4}" srcOrd="8" destOrd="0" presId="urn:microsoft.com/office/officeart/2005/8/layout/vList4"/>
    <dgm:cxn modelId="{A62FB493-DC1D-4716-B455-7C92B119934D}" type="presParOf" srcId="{84D58247-B44A-4BD6-8969-C6041D9155A4}" destId="{8CFCDB53-155C-489C-93B7-340BF223E421}" srcOrd="0" destOrd="8" presId="urn:microsoft.com/office/officeart/2005/8/layout/vList4"/>
    <dgm:cxn modelId="{E3913580-6DE2-42E9-AE52-F8BB670807D8}" type="presOf" srcId="{1E79F48C-FB2A-4C76-A93D-335918B2E64E}" destId="{8CFCDB53-155C-489C-93B7-340BF223E421}" srcOrd="0" destOrd="0" presId="urn:microsoft.com/office/officeart/2005/8/layout/vList4"/>
    <dgm:cxn modelId="{CE06362C-312A-48AB-852C-386DF5BAC779}" type="presOf" srcId="{915396E3-2069-4A81-A54D-92E111DBCBA9}" destId="{8CFCDB53-155C-489C-93B7-340BF223E421}" srcOrd="0" destOrd="1" presId="urn:microsoft.com/office/officeart/2005/8/layout/vList4"/>
    <dgm:cxn modelId="{13E069A5-DE6C-428D-B92B-B5C196035289}" type="presParOf" srcId="{84D58247-B44A-4BD6-8969-C6041D9155A4}" destId="{CF738418-843C-4B02-B846-492D965D416D}" srcOrd="1" destOrd="8" presId="urn:microsoft.com/office/officeart/2005/8/layout/vList4"/>
    <dgm:cxn modelId="{8AC33726-64DE-410F-BF0C-80B4E2A661DD}" type="presParOf" srcId="{84D58247-B44A-4BD6-8969-C6041D9155A4}" destId="{ECA04B3B-6EDE-4928-B14B-BE245DC7B7CC}" srcOrd="2" destOrd="8" presId="urn:microsoft.com/office/officeart/2005/8/layout/vList4"/>
    <dgm:cxn modelId="{CC799286-F436-49B7-9521-19C9365FB307}" type="presOf" srcId="{1E79F48C-FB2A-4C76-A93D-335918B2E64E}" destId="{ECA04B3B-6EDE-4928-B14B-BE245DC7B7CC}" srcOrd="1" destOrd="0" presId="urn:microsoft.com/office/officeart/2005/8/layout/vList4"/>
    <dgm:cxn modelId="{B24B89E9-F3A6-46B9-86F1-F07DA01F90C2}" type="presOf" srcId="{915396E3-2069-4A81-A54D-92E111DBCBA9}" destId="{ECA04B3B-6EDE-4928-B14B-BE245DC7B7CC}" srcOrd="1" destOrd="1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8128000" cy="5418455"/>
        <a:chOff x="0" y="0"/>
        <a:chExt cx="8128000" cy="5418455"/>
      </a:xfrm>
    </dsp:grpSpPr>
    <dsp:sp modelId="{5EDE76D8-9BCC-482A-83FD-2B2563A97F3B}">
      <dsp:nvSpPr>
        <dsp:cNvPr id="3" name="圆角矩形 2"/>
        <dsp:cNvSpPr/>
      </dsp:nvSpPr>
      <dsp:spPr bwMode="white">
        <a:xfrm>
          <a:off x="0" y="0"/>
          <a:ext cx="8128000" cy="1003418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68580" tIns="68580" rIns="68580" bIns="68580" anchor="t"/>
        <a:lstStyle>
          <a:lvl1pPr algn="l">
            <a:defRPr sz="18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国内第一的视频云服务商</a:t>
          </a:r>
          <a:endParaRPr lang="zh-CN" altLang="en-US"/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altLang="en-US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国内第一视频云，提供多行业视频整体解决方案及更高阶的视频生态服务。70%的知名直播及短视频APP都是金山云客户。</a:t>
          </a:r>
          <a:endParaRPr lang="zh-CN" altLang="en-US"/>
        </a:p>
      </dsp:txBody>
      <dsp:txXfrm>
        <a:off x="0" y="0"/>
        <a:ext cx="8128000" cy="1003418"/>
      </dsp:txXfrm>
    </dsp:sp>
    <dsp:sp modelId="{7989DEA8-880A-4177-9232-BAD5559C31F3}">
      <dsp:nvSpPr>
        <dsp:cNvPr id="4" name="圆角矩形 3"/>
        <dsp:cNvSpPr/>
      </dsp:nvSpPr>
      <dsp:spPr bwMode="white">
        <a:xfrm>
          <a:off x="100342" y="100342"/>
          <a:ext cx="1625600" cy="802734"/>
        </a:xfrm>
        <a:prstGeom prst="roundRect">
          <a:avLst>
            <a:gd name="adj" fmla="val 10000"/>
          </a:avLst>
        </a:prstGeom>
        <a:blipFill>
          <a:blip r:embed="rId1"/>
          <a:stretch>
            <a:fillRect/>
          </a:stretch>
        </a:blipFill>
      </dsp:spPr>
      <dsp:style>
        <a:lnRef idx="2">
          <a:schemeClr val="lt1"/>
        </a:lnRef>
        <a:fillRef idx="1">
          <a:schemeClr val="accent1">
            <a:tint val="50000"/>
          </a:schemeClr>
        </a:fillRef>
        <a:effectRef idx="0">
          <a:scrgbClr r="0" g="0" b="0"/>
        </a:effectRef>
        <a:fontRef idx="minor"/>
      </dsp:style>
      <dsp:txXfrm>
        <a:off x="100342" y="100342"/>
        <a:ext cx="1625600" cy="802734"/>
      </dsp:txXfrm>
    </dsp:sp>
    <dsp:sp modelId="{FDCA1D01-F480-40EB-AB64-AF7A3F8581C7}">
      <dsp:nvSpPr>
        <dsp:cNvPr id="5" name="圆角矩形 4"/>
        <dsp:cNvSpPr/>
      </dsp:nvSpPr>
      <dsp:spPr bwMode="white">
        <a:xfrm>
          <a:off x="0" y="1103759"/>
          <a:ext cx="8128000" cy="1003418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68580" tIns="68580" rIns="68580" bIns="68580" anchor="t"/>
        <a:lstStyle>
          <a:lvl1pPr algn="l">
            <a:defRPr sz="18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国内最大规模的游戏云</a:t>
          </a:r>
          <a:endParaRPr lang="zh-CN" altLang="en-US"/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国内最大的游戏云，Top20的游戏发行商，都在用金山云</a:t>
          </a:r>
          <a:r>
            <a:rPr lang="en-US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。</a:t>
          </a:r>
          <a:endParaRPr lang="zh-CN" altLang="en-US"/>
        </a:p>
      </dsp:txBody>
      <dsp:txXfrm>
        <a:off x="0" y="1103759"/>
        <a:ext cx="8128000" cy="1003418"/>
      </dsp:txXfrm>
    </dsp:sp>
    <dsp:sp modelId="{B4D78B09-9A77-4367-92B2-7401010E112B}">
      <dsp:nvSpPr>
        <dsp:cNvPr id="6" name="圆角矩形 5"/>
        <dsp:cNvSpPr/>
      </dsp:nvSpPr>
      <dsp:spPr bwMode="white">
        <a:xfrm>
          <a:off x="100342" y="1204101"/>
          <a:ext cx="1625600" cy="802734"/>
        </a:xfrm>
        <a:prstGeom prst="roundRect">
          <a:avLst>
            <a:gd name="adj" fmla="val 10000"/>
          </a:avLst>
        </a:prstGeom>
        <a:blipFill>
          <a:blip r:embed="rId2"/>
          <a:stretch>
            <a:fillRect/>
          </a:stretch>
        </a:blipFill>
      </dsp:spPr>
      <dsp:style>
        <a:lnRef idx="2">
          <a:schemeClr val="lt1"/>
        </a:lnRef>
        <a:fillRef idx="1">
          <a:schemeClr val="accent1">
            <a:tint val="50000"/>
          </a:schemeClr>
        </a:fillRef>
        <a:effectRef idx="0">
          <a:scrgbClr r="0" g="0" b="0"/>
        </a:effectRef>
        <a:fontRef idx="minor"/>
      </dsp:style>
      <dsp:txXfrm>
        <a:off x="100342" y="1204101"/>
        <a:ext cx="1625600" cy="802734"/>
      </dsp:txXfrm>
    </dsp:sp>
    <dsp:sp modelId="{0C5FDF78-8843-4CE2-AD2F-C29154219F5E}">
      <dsp:nvSpPr>
        <dsp:cNvPr id="7" name="圆角矩形 6"/>
        <dsp:cNvSpPr/>
      </dsp:nvSpPr>
      <dsp:spPr bwMode="white">
        <a:xfrm>
          <a:off x="0" y="2207519"/>
          <a:ext cx="8128000" cy="1003418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68580" tIns="68580" rIns="68580" bIns="68580" anchor="t"/>
        <a:lstStyle>
          <a:lvl1pPr algn="l">
            <a:defRPr sz="18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国内最先进的医疗云平台</a:t>
          </a:r>
          <a:endParaRPr lang="zh-CN" altLang="en-US"/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“金山医云”携手北大医信、海纳等企业，提供完整医疗云解决方案。</a:t>
          </a:r>
          <a:endParaRPr lang="zh-CN" altLang="en-US"/>
        </a:p>
      </dsp:txBody>
      <dsp:txXfrm>
        <a:off x="0" y="2207519"/>
        <a:ext cx="8128000" cy="1003418"/>
      </dsp:txXfrm>
    </dsp:sp>
    <dsp:sp modelId="{B2F3D991-2F53-4E23-AD4B-FA40C43BBE09}">
      <dsp:nvSpPr>
        <dsp:cNvPr id="8" name="圆角矩形 7"/>
        <dsp:cNvSpPr/>
      </dsp:nvSpPr>
      <dsp:spPr bwMode="white">
        <a:xfrm>
          <a:off x="100342" y="2307860"/>
          <a:ext cx="1625600" cy="802734"/>
        </a:xfrm>
        <a:prstGeom prst="roundRect">
          <a:avLst>
            <a:gd name="adj" fmla="val 10000"/>
          </a:avLst>
        </a:prstGeom>
        <a:blipFill>
          <a:blip r:embed="rId3"/>
          <a:stretch>
            <a:fillRect/>
          </a:stretch>
        </a:blipFill>
      </dsp:spPr>
      <dsp:style>
        <a:lnRef idx="2">
          <a:schemeClr val="lt1"/>
        </a:lnRef>
        <a:fillRef idx="1">
          <a:schemeClr val="accent1">
            <a:tint val="50000"/>
          </a:schemeClr>
        </a:fillRef>
        <a:effectRef idx="0">
          <a:scrgbClr r="0" g="0" b="0"/>
        </a:effectRef>
        <a:fontRef idx="minor"/>
      </dsp:style>
      <dsp:txXfrm>
        <a:off x="100342" y="2307860"/>
        <a:ext cx="1625600" cy="802734"/>
      </dsp:txXfrm>
    </dsp:sp>
    <dsp:sp modelId="{44FA3976-7A52-4A91-AEC1-CFE3DB18D2E7}">
      <dsp:nvSpPr>
        <dsp:cNvPr id="9" name="圆角矩形 8"/>
        <dsp:cNvSpPr/>
      </dsp:nvSpPr>
      <dsp:spPr bwMode="white">
        <a:xfrm>
          <a:off x="0" y="3311278"/>
          <a:ext cx="8128000" cy="1003418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68580" tIns="68580" rIns="68580" bIns="68580" anchor="t"/>
        <a:lstStyle>
          <a:lvl1pPr algn="l">
            <a:defRPr sz="18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olidFill>
                <a:schemeClr val="tx1"/>
              </a:solidFill>
              <a:sym typeface="+mn-ea"/>
            </a:rPr>
            <a:t>国</a:t>
          </a:r>
          <a:r>
            <a:rPr>
              <a:solidFill>
                <a:schemeClr val="tx1"/>
              </a:solidFill>
              <a:sym typeface="+mn-ea"/>
            </a:rPr>
            <a:t>内</a:t>
          </a:r>
          <a:r>
            <a:rPr lang="zh-CN" altLang="en-US">
              <a:solidFill>
                <a:schemeClr val="tx1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最大规模的云存储服务商</a:t>
          </a:r>
          <a:endParaRPr lang="zh-CN" altLang="en-US">
            <a:solidFill>
              <a:schemeClr val="tx1">
                <a:lumMod val="85000"/>
                <a:lumOff val="15000"/>
              </a:schemeClr>
            </a:solidFill>
            <a:uFillTx/>
            <a:latin typeface="Arial" panose="020B0604020202020204" pitchFamily="34" charset="0"/>
            <a:ea typeface="微软雅黑" panose="020B0503020204020204" pitchFamily="34" charset="-122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altLang="en-US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EB级数据存储量，单日新增数据超过1PB，为小米Cloud提供支持。</a:t>
          </a:r>
          <a:endParaRPr altLang="en-US"/>
        </a:p>
      </dsp:txBody>
      <dsp:txXfrm>
        <a:off x="0" y="3311278"/>
        <a:ext cx="8128000" cy="1003418"/>
      </dsp:txXfrm>
    </dsp:sp>
    <dsp:sp modelId="{EDB71716-3C1A-4DF3-A78A-587B1217C439}">
      <dsp:nvSpPr>
        <dsp:cNvPr id="10" name="圆角矩形 9"/>
        <dsp:cNvSpPr/>
      </dsp:nvSpPr>
      <dsp:spPr bwMode="white">
        <a:xfrm>
          <a:off x="100342" y="3411620"/>
          <a:ext cx="1625600" cy="802734"/>
        </a:xfrm>
        <a:prstGeom prst="roundRect">
          <a:avLst>
            <a:gd name="adj" fmla="val 10000"/>
          </a:avLst>
        </a:prstGeom>
        <a:blipFill>
          <a:blip r:embed="rId4"/>
          <a:stretch>
            <a:fillRect/>
          </a:stretch>
        </a:blipFill>
      </dsp:spPr>
      <dsp:style>
        <a:lnRef idx="2">
          <a:schemeClr val="lt1"/>
        </a:lnRef>
        <a:fillRef idx="1">
          <a:schemeClr val="accent1">
            <a:tint val="50000"/>
          </a:schemeClr>
        </a:fillRef>
        <a:effectRef idx="0">
          <a:scrgbClr r="0" g="0" b="0"/>
        </a:effectRef>
        <a:fontRef idx="minor"/>
      </dsp:style>
      <dsp:txXfrm>
        <a:off x="100342" y="3411620"/>
        <a:ext cx="1625600" cy="802734"/>
      </dsp:txXfrm>
    </dsp:sp>
    <dsp:sp modelId="{8CFCDB53-155C-489C-93B7-340BF223E421}">
      <dsp:nvSpPr>
        <dsp:cNvPr id="11" name="圆角矩形 10"/>
        <dsp:cNvSpPr/>
      </dsp:nvSpPr>
      <dsp:spPr bwMode="white">
        <a:xfrm>
          <a:off x="0" y="4415037"/>
          <a:ext cx="8128000" cy="1003418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68580" tIns="68580" rIns="68580" bIns="68580" anchor="t"/>
        <a:lstStyle>
          <a:lvl1pPr algn="l">
            <a:defRPr sz="18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olidFill>
                <a:schemeClr val="tx1"/>
              </a:solidFill>
              <a:sym typeface="+mn-ea"/>
            </a:rPr>
            <a:t>国</a:t>
          </a:r>
          <a:r>
            <a:rPr lang="zh-CN" altLang="en-US">
              <a:solidFill>
                <a:schemeClr val="tx1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内</a:t>
          </a:r>
          <a:r>
            <a:rPr lang="zh-CN" altLang="en-US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领先的自研云操作系统KCOS</a:t>
          </a:r>
          <a:endParaRPr lang="zh-CN" altLang="en-US">
            <a:solidFill>
              <a:schemeClr val="tx1">
                <a:lumMod val="85000"/>
                <a:lumOff val="15000"/>
              </a:schemeClr>
            </a:solidFill>
            <a:uFillTx/>
            <a:latin typeface="Arial" panose="020B0604020202020204" pitchFamily="34" charset="0"/>
            <a:ea typeface="微软雅黑" panose="020B0503020204020204" pitchFamily="34" charset="-122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基于VPC的完善的混合云解决方案，领先的虚拟主机性能。</a:t>
          </a:r>
          <a:endParaRPr altLang="en-US"/>
        </a:p>
      </dsp:txBody>
      <dsp:txXfrm>
        <a:off x="0" y="4415037"/>
        <a:ext cx="8128000" cy="1003418"/>
      </dsp:txXfrm>
    </dsp:sp>
    <dsp:sp modelId="{CF738418-843C-4B02-B846-492D965D416D}">
      <dsp:nvSpPr>
        <dsp:cNvPr id="12" name="圆角矩形 11"/>
        <dsp:cNvSpPr/>
      </dsp:nvSpPr>
      <dsp:spPr bwMode="white">
        <a:xfrm>
          <a:off x="100342" y="4515379"/>
          <a:ext cx="1625600" cy="802734"/>
        </a:xfrm>
        <a:prstGeom prst="roundRect">
          <a:avLst>
            <a:gd name="adj" fmla="val 10000"/>
          </a:avLst>
        </a:prstGeom>
        <a:blipFill>
          <a:blip r:embed="rId5"/>
          <a:stretch>
            <a:fillRect/>
          </a:stretch>
        </a:blipFill>
      </dsp:spPr>
      <dsp:style>
        <a:lnRef idx="2">
          <a:schemeClr val="lt1"/>
        </a:lnRef>
        <a:fillRef idx="1">
          <a:schemeClr val="accent1">
            <a:tint val="50000"/>
          </a:schemeClr>
        </a:fillRef>
        <a:effectRef idx="0">
          <a:scrgbClr r="0" g="0" b="0"/>
        </a:effectRef>
        <a:fontRef idx="minor"/>
      </dsp:style>
      <dsp:txXfrm>
        <a:off x="100342" y="4515379"/>
        <a:ext cx="1625600" cy="8027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ea typeface="微软雅黑" panose="020B0503020204020204" pitchFamily="34" charset="-122"/>
              </a:rPr>
            </a:fld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ea typeface="微软雅黑" panose="020B0503020204020204" pitchFamily="34" charset="-122"/>
              </a:rPr>
            </a:fld>
            <a:endParaRPr lang="zh-CN" altLang="en-US"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金山办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红色底图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35" y="0"/>
            <a:ext cx="360045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35280" y="765175"/>
            <a:ext cx="2929255" cy="70548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lnSpc>
                <a:spcPct val="100000"/>
              </a:lnSpc>
              <a:defRPr sz="2000" u="none" strike="noStrike" kern="1200" cap="none" spc="0" normalizeH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20" name="内容占位符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335280" y="1725295"/>
            <a:ext cx="2929890" cy="2600960"/>
          </a:xfrm>
        </p:spPr>
        <p:txBody>
          <a:bodyPr vert="horz" lIns="90000" tIns="46800" rIns="90000" bIns="46800" rtlCol="0">
            <a:normAutofit/>
          </a:bodyPr>
          <a:lstStyle>
            <a:lvl1pPr marL="0" indent="0">
              <a:buNone/>
              <a:defRPr sz="1600" u="none" strike="noStrike" kern="1200" cap="none" spc="0" normalizeH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www.kingsoft.com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西山居">
    <p:bg>
      <p:bgPr>
        <a:gradFill rotWithShape="1">
          <a:gsLst>
            <a:gs pos="0">
              <a:schemeClr val="tx1">
                <a:lumMod val="65000"/>
                <a:lumOff val="35000"/>
              </a:schemeClr>
            </a:gs>
            <a:gs pos="100000">
              <a:schemeClr val="tx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www.kingsoft.com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侠 4" descr="未标题-1.png"/>
          <p:cNvPicPr>
            <a:picLocks noChangeAspect="1"/>
          </p:cNvPicPr>
          <p:nvPr userDrawn="1"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  <a:lum bright="66000" contrast="-100000"/>
          </a:blip>
          <a:srcRect r="64114"/>
          <a:stretch>
            <a:fillRect/>
          </a:stretch>
        </p:blipFill>
        <p:spPr>
          <a:xfrm>
            <a:off x="9312275" y="0"/>
            <a:ext cx="2880000" cy="3126304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en-US" altLang="zh-CN" dirty="0"/>
              <a:t>www.kingsoft.com</a:t>
            </a:r>
            <a:endParaRPr lang="en-US" altLang="zh-CN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www.kingsoft.com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www.kingsoft.com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www.kingsoft.com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www.kingsoft.com</a:t>
            </a:r>
            <a:endParaRPr lang="zh-CN" altLang="en-US"/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www.kingsoft.com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www.kingsoft.com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 dirty="0"/>
              <a:t>www.kingsoft.com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www.kingsoft.com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1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www.kingsoft.com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www.kingsoft.com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70.xml"/><Relationship Id="rId18" Type="http://schemas.openxmlformats.org/officeDocument/2006/relationships/tags" Target="../tags/tag69.xml"/><Relationship Id="rId17" Type="http://schemas.openxmlformats.org/officeDocument/2006/relationships/tags" Target="../tags/tag68.xml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tags" Target="../tags/tag65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9.xml"/><Relationship Id="rId6" Type="http://schemas.openxmlformats.org/officeDocument/2006/relationships/tags" Target="../tags/tag71.xml"/><Relationship Id="rId5" Type="http://schemas.openxmlformats.org/officeDocument/2006/relationships/image" Target="../media/image5.png"/><Relationship Id="rId4" Type="http://schemas.microsoft.com/office/2007/relationships/media" Target="file:///D:\xhktSoft\wps2\xhkt\&#32771;&#29983;&#25991;&#20214;&#22841;\Adventure%20Time.mp3" TargetMode="External"/><Relationship Id="rId3" Type="http://schemas.openxmlformats.org/officeDocument/2006/relationships/audio" Target="file:///D:\xhktSoft\wps2\xhkt\&#32771;&#29983;&#25991;&#20214;&#22841;\Adventure%20Time.mp3" TargetMode="Externa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openxmlformats.org/officeDocument/2006/relationships/tags" Target="../tags/tag72.xml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9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"/>
          <p:cNvPicPr>
            <a:picLocks noChangeAspect="1"/>
          </p:cNvPicPr>
          <p:nvPr/>
        </p:nvPicPr>
        <p:blipFill>
          <a:blip r:embed="rId1">
            <a:grayscl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-10160" y="-31115"/>
            <a:ext cx="12201525" cy="6909435"/>
          </a:xfrm>
          <a:prstGeom prst="rect">
            <a:avLst/>
          </a:prstGeom>
          <a:gradFill>
            <a:gsLst>
              <a:gs pos="0">
                <a:schemeClr val="accent6">
                  <a:lumMod val="75000"/>
                  <a:alpha val="85000"/>
                </a:schemeClr>
              </a:gs>
              <a:gs pos="100000">
                <a:schemeClr val="accent5">
                  <a:lumMod val="75000"/>
                  <a:alpha val="7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"/>
          <a:srcRect t="-31991" b="-31991"/>
          <a:stretch>
            <a:fillRect/>
          </a:stretch>
        </p:blipFill>
        <p:spPr>
          <a:xfrm>
            <a:off x="2496185" y="1404023"/>
            <a:ext cx="7200000" cy="40499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Adventure Time">
            <a:hlinkClick r:id="" action="ppaction://media"/>
          </p:cNvPr>
          <p:cNvPicPr/>
          <p:nvPr>
            <a:audioFile r:link="rId3"/>
            <p:extLst>
              <p:ext uri="{DAA4B4D4-6D71-4841-9C94-3DE7FCFB9230}">
                <p14:media xmlns:p14="http://schemas.microsoft.com/office/powerpoint/2010/main" r:link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67400" y="3200400"/>
            <a:ext cx="457200" cy="45720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numSld="999" showWhenStopped="0">
                <p:cTn id="7" repeatCount="indefinite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1000" y="2489200"/>
            <a:ext cx="2895600" cy="1879600"/>
          </a:xfrm>
          <a:prstGeom prst="rect">
            <a:avLst/>
          </a:prstGeom>
        </p:spPr>
      </p:pic>
      <p:pic>
        <p:nvPicPr>
          <p:cNvPr id="5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150" y="1416050"/>
            <a:ext cx="5575300" cy="4025900"/>
          </a:xfrm>
          <a:prstGeom prst="rect">
            <a:avLst/>
          </a:prstGeom>
        </p:spPr>
      </p:pic>
      <p:sp>
        <p:nvSpPr>
          <p:cNvPr id="4" name="椭圆 3"/>
          <p:cNvSpPr/>
          <p:nvPr/>
        </p:nvSpPr>
        <p:spPr>
          <a:xfrm>
            <a:off x="0" y="1003300"/>
            <a:ext cx="4851400" cy="4851400"/>
          </a:xfrm>
          <a:prstGeom prst="ellipse">
            <a:avLst/>
          </a:prstGeom>
          <a:noFill/>
          <a:ln w="6350">
            <a:gradFill>
              <a:gsLst>
                <a:gs pos="100000">
                  <a:schemeClr val="accent6">
                    <a:lumMod val="75000"/>
                  </a:schemeClr>
                </a:gs>
                <a:gs pos="25000">
                  <a:schemeClr val="accent5">
                    <a:lumMod val="75000"/>
                    <a:alpha val="0"/>
                  </a:schemeClr>
                </a:gs>
              </a:gsLst>
              <a:lin ang="0" scaled="1"/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0800" y="-66675"/>
            <a:ext cx="12293600" cy="6991350"/>
          </a:xfrm>
          <a:prstGeom prst="rect">
            <a:avLst/>
          </a:prstGeom>
        </p:spPr>
      </p:pic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关于金山办公</a:t>
            </a:r>
            <a:br>
              <a:rPr lang="zh-CN" altLang="en-US"/>
            </a:br>
            <a:r>
              <a:rPr lang="en-US" altLang="zh-CN"/>
              <a:t>About US</a:t>
            </a:r>
            <a:endParaRPr lang="en-US" altLang="zh-CN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每5个中国人</a:t>
            </a:r>
            <a:br>
              <a:rPr lang="zh-CN" altLang="en-US"/>
            </a:br>
            <a:r>
              <a:rPr lang="zh-CN" altLang="en-US"/>
              <a:t>就有1个是金山办公的用户</a:t>
            </a:r>
            <a:endParaRPr lang="zh-CN" altLang="en-US"/>
          </a:p>
        </p:txBody>
      </p:sp>
      <p:pic>
        <p:nvPicPr>
          <p:cNvPr id="2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9575" y="669925"/>
            <a:ext cx="7448550" cy="5518150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核心产品战略</a:t>
            </a:r>
            <a:br>
              <a:rPr lang="zh-CN" altLang="en-US"/>
            </a:br>
            <a:r>
              <a:rPr lang="zh-CN" altLang="en-US"/>
              <a:t>Core Product Strategy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办公新趋势</a:t>
            </a:r>
            <a:br>
              <a:rPr lang="zh-CN" altLang="en-US"/>
            </a:br>
            <a:r>
              <a:rPr lang="zh-CN" altLang="en-US"/>
              <a:t>AII in One 的极致办公检验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2625" y="2885440"/>
            <a:ext cx="6718300" cy="1087120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核心</a:t>
            </a:r>
            <a:r>
              <a:rPr lang="zh-CN" altLang="en-US"/>
              <a:t>产品战略</a:t>
            </a:r>
            <a:br>
              <a:rPr lang="zh-CN" altLang="en-US"/>
            </a:br>
            <a:r>
              <a:rPr lang="zh-CN" altLang="en-US"/>
              <a:t>Core Product Strategy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多屏 / Multi-Screen</a:t>
            </a:r>
            <a:endParaRPr lang="zh-CN" altLang="en-US"/>
          </a:p>
          <a:p>
            <a:r>
              <a:rPr lang="zh-CN" altLang="en-US"/>
              <a:t>全平台办公软件</a:t>
            </a:r>
            <a:br>
              <a:rPr lang="zh-CN" altLang="en-US"/>
            </a:br>
            <a:r>
              <a:rPr lang="zh-CN" altLang="en-US"/>
              <a:t>满足所有用</a:t>
            </a:r>
            <a:r>
              <a:rPr lang="zh-CN" altLang="en-US"/>
              <a:t>户办公需求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1770" y="1210310"/>
            <a:ext cx="7715250" cy="4610100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核心</a:t>
            </a:r>
            <a:r>
              <a:rPr lang="zh-CN" altLang="en-US"/>
              <a:t>产品战略</a:t>
            </a:r>
            <a:br>
              <a:rPr lang="zh-CN" altLang="en-US"/>
            </a:br>
            <a:r>
              <a:rPr lang="zh-CN" altLang="en-US"/>
              <a:t>Core Product Strategy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AI 驱动</a:t>
            </a:r>
            <a:br>
              <a:rPr lang="zh-CN" altLang="en-US"/>
            </a:br>
            <a:r>
              <a:rPr lang="zh-CN" altLang="en-US"/>
              <a:t>为⽤户提供更智能的办公体验</a:t>
            </a:r>
            <a:endParaRPr lang="zh-CN" altLang="en-US"/>
          </a:p>
          <a:p>
            <a:r>
              <a:rPr lang="zh-CN" altLang="en-US"/>
              <a:t>落地超过 18 项 AI 应⽤</a:t>
            </a:r>
            <a:br>
              <a:rPr lang="zh-CN" altLang="en-US"/>
            </a:br>
            <a:r>
              <a:rPr lang="zh-CN" altLang="en-US"/>
              <a:t>斩获 5 项国际 AI 技术⼤奖</a:t>
            </a:r>
            <a:endParaRPr lang="zh-CN" altLang="en-US"/>
          </a:p>
        </p:txBody>
      </p:sp>
      <p:pic>
        <p:nvPicPr>
          <p:cNvPr id="9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8280" y="1470660"/>
            <a:ext cx="7706360" cy="3764915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使命、愿景和价值观</a:t>
            </a:r>
            <a:br>
              <a:rPr lang="zh-CN" altLang="en-US"/>
            </a:br>
            <a:r>
              <a:rPr lang="zh-CN" altLang="en-US"/>
              <a:t>Mission Vision Values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5660" y="1349375"/>
            <a:ext cx="6051550" cy="4159250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655" y="1387475"/>
            <a:ext cx="6000750" cy="10604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22020" y="3098800"/>
            <a:ext cx="6001385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公司运营超过数十款网络游戏，涉足包括仙侠、二次元、科幻、棋牌、换装养成、军事等诸多品类，创造出无数经典传说。其代表力作《剑侠情缘》系列已成功拓展至亚洲市场，蜚声海内外。同时，西山居在八大领域：游戏、影视、动画、文学、戏剧、音乐、竞技、高端文化周边引领跨界联动，全方位进军文化产业。</a:t>
            </a:r>
            <a:endParaRPr lang="zh-CN" altLang="en-US"/>
          </a:p>
        </p:txBody>
      </p:sp>
      <p:pic>
        <p:nvPicPr>
          <p:cNvPr id="12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0"/>
            <a:ext cx="5029200" cy="6858000"/>
          </a:xfrm>
          <a:prstGeom prst="rect">
            <a:avLst/>
          </a:prstGeom>
        </p:spPr>
      </p:pic>
    </p:spTree>
  </p:cSld>
  <p:clrMapOvr>
    <a:masterClrMapping/>
  </p:clrMapOvr>
  <p:transition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1"/>
          <p:cNvSpPr/>
          <p:nvPr/>
        </p:nvSpPr>
        <p:spPr>
          <a:xfrm>
            <a:off x="834708" y="807016"/>
            <a:ext cx="5641975" cy="1017270"/>
          </a:xfrm>
          <a:prstGeom prst="rect">
            <a:avLst/>
          </a:prstGeom>
        </p:spPr>
        <p:txBody>
          <a:bodyPr vert="horz" wrap="none" lIns="90170" tIns="46990" rIns="90170" bIns="46990" rtlCol="0" anchor="ctr">
            <a:prstTxWarp prst="textStop">
              <a:avLst/>
            </a:prstTxWarp>
            <a:spAutoFit/>
          </a:bodyPr>
          <a:p>
            <a:pPr lvl="0" algn="l">
              <a:buClrTx/>
              <a:buSzTx/>
              <a:buFontTx/>
            </a:pPr>
            <a:r>
              <a:rPr lang="en-US" altLang="zh-CN" sz="6000" b="1" spc="50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游戏+文化创新</a:t>
            </a:r>
            <a:endParaRPr lang="en-US" altLang="zh-CN" sz="6000" b="1" spc="500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正文 2"/>
          <p:cNvSpPr txBox="1"/>
          <p:nvPr/>
        </p:nvSpPr>
        <p:spPr>
          <a:xfrm>
            <a:off x="623570" y="2436495"/>
            <a:ext cx="5853430" cy="3639820"/>
          </a:xfrm>
          <a:prstGeom prst="rect">
            <a:avLst/>
          </a:prstGeom>
          <a:ln w="12700">
            <a:miter lim="400000"/>
          </a:ln>
        </p:spPr>
        <p:txBody>
          <a:bodyPr vert="eaVert" wrap="none" lIns="90170" tIns="46990" rIns="90170" bIns="46990" anchor="ctr">
            <a:spAutoFit/>
          </a:bodyPr>
          <a:p>
            <a:pPr indent="0" algn="l" defTabSz="457200" fontAlgn="auto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defRPr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游戏娱乐</a:t>
            </a:r>
            <a:br>
              <a:rPr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sz="1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剑侠系列游戏类型 跨平台深耕</a:t>
            </a:r>
            <a:br>
              <a:rPr sz="1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sz="1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端游、手游、TVgame</a:t>
            </a:r>
            <a:endParaRPr sz="1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indent="0" algn="l" defTabSz="457200" fontAlgn="auto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defRPr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数字出版</a:t>
            </a:r>
            <a:br>
              <a:rPr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sz="1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官方小说、设定集、电子图书、有声读物</a:t>
            </a:r>
            <a:endParaRPr sz="1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indent="0" algn="l" defTabSz="457200" fontAlgn="auto">
              <a:lnSpc>
                <a:spcPct val="100000"/>
              </a:lnSpc>
              <a:spcBef>
                <a:spcPts val="1000"/>
              </a:spcBef>
              <a:defRPr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电子竞技</a:t>
            </a:r>
            <a:br>
              <a:rPr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sz="1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游戏竞技大赛、网红直播  战队联盟培养</a:t>
            </a:r>
            <a:endParaRPr sz="1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0" indent="0" algn="l" defTabSz="457200" fontAlgn="auto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defRPr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舞台表演</a:t>
            </a:r>
            <a:br>
              <a:rPr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</a:br>
            <a:r>
              <a:rPr sz="1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话剧、音乐剧  Cosplay舞台剧  戏曲（粤剧）</a:t>
            </a:r>
            <a:endParaRPr sz="1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0" indent="0" algn="l" defTabSz="457200" fontAlgn="auto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defRPr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娱乐庆典</a:t>
            </a:r>
            <a:br>
              <a:rPr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</a:br>
            <a:r>
              <a:rPr sz="1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周年庆典、侠客行全国巡演  大学生校园晚会</a:t>
            </a:r>
            <a:endParaRPr sz="1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0" indent="0" algn="l" defTabSz="457200" fontAlgn="auto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defRPr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展览展会</a:t>
            </a:r>
            <a:br>
              <a:rPr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</a:br>
            <a:r>
              <a:rPr sz="1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萤火虫动漫展、YACA动漫展 上海CP同人展</a:t>
            </a:r>
            <a:endParaRPr sz="1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0" indent="0" algn="l" defTabSz="457200" fontAlgn="auto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defRPr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动漫文化</a:t>
            </a:r>
            <a:br>
              <a:rPr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</a:br>
            <a:r>
              <a:rPr sz="1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漫画、插画  动画作品大赛</a:t>
            </a:r>
            <a:endParaRPr sz="1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0" indent="0" algn="l" defTabSz="457200" fontAlgn="auto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defRPr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古风音乐</a:t>
            </a:r>
            <a:br>
              <a:rPr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</a:br>
            <a:r>
              <a:rPr sz="1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原创古风音乐歌曲   游戏音乐会</a:t>
            </a:r>
            <a:endParaRPr sz="1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0" indent="0" algn="l" defTabSz="457200" fontAlgn="auto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defRPr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影视娱乐</a:t>
            </a:r>
            <a:br>
              <a:rPr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</a:br>
            <a:r>
              <a:rPr sz="1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网剧、电视剧  电影等改编拍摄</a:t>
            </a:r>
            <a:endParaRPr sz="1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9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5600" y="2089150"/>
            <a:ext cx="5486400" cy="4768850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1"/>
          <p:cNvSpPr txBox="1"/>
          <p:nvPr/>
        </p:nvSpPr>
        <p:spPr>
          <a:xfrm>
            <a:off x="508847" y="614224"/>
            <a:ext cx="9117753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网游</a:t>
            </a:r>
            <a:r>
              <a:rPr lang="zh-CN" alt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代表作</a:t>
            </a:r>
            <a:endParaRPr lang="zh-CN" altLang="en-US" sz="2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中国最具影响力和号召力的原创武侠游戏</a:t>
            </a:r>
            <a:endParaRPr lang="zh-CN" altLang="en-US"/>
          </a:p>
        </p:txBody>
      </p:sp>
      <p:sp>
        <p:nvSpPr>
          <p:cNvPr id="5" name="文本框 2"/>
          <p:cNvSpPr txBox="1"/>
          <p:nvPr/>
        </p:nvSpPr>
        <p:spPr>
          <a:xfrm>
            <a:off x="508635" y="1598930"/>
            <a:ext cx="689292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《剑侠情缘网络版叁》（简称《剑网3》）是由金山软件西山居开发运营的3D武侠角色扮演网游，凭借优异的美术设计和友好健康、积极向上的游戏氛围受到了众多玩家赞誉。游戏背景植根于大唐历史，将繁荣文化映照于武侠世界中，并为弘扬国粹经典不懈努力。《剑网3》通过物理引擎率先打造出ACT新轻功玩法，开创了中国3D武侠轻功时代。</a:t>
            </a:r>
            <a:endParaRPr lang="zh-CN" alt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3"/>
          <p:cNvSpPr txBox="1"/>
          <p:nvPr/>
        </p:nvSpPr>
        <p:spPr>
          <a:xfrm>
            <a:off x="508952" y="3788410"/>
            <a:ext cx="1069340" cy="862965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spAutoFit/>
          </a:bodyPr>
          <a:p>
            <a:pPr algn="ct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sym typeface="+mn-ea"/>
              </a:rPr>
              <a:t>大型资料片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</a:endParaRPr>
          </a:p>
          <a:p>
            <a:pPr algn="ctr">
              <a:buClrTx/>
              <a:buSzTx/>
              <a:buFontTx/>
            </a:pPr>
            <a:r>
              <a:rPr lang="en-US" altLang="zh-CN" sz="3600" b="1" dirty="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32</a:t>
            </a:r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sym typeface="+mn-ea"/>
              </a:rPr>
              <a:t>个</a:t>
            </a:r>
            <a:endParaRPr lang="zh-CN" altLang="en-US"/>
          </a:p>
        </p:txBody>
      </p:sp>
      <p:sp>
        <p:nvSpPr>
          <p:cNvPr id="8" name="文本框 4"/>
          <p:cNvSpPr txBox="1"/>
          <p:nvPr/>
        </p:nvSpPr>
        <p:spPr>
          <a:xfrm>
            <a:off x="2267267" y="3788410"/>
            <a:ext cx="1485900" cy="862965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spAutoFit/>
          </a:bodyPr>
          <a:p>
            <a:pPr algn="ctr">
              <a:buClrTx/>
              <a:buSzTx/>
              <a:buFontTx/>
            </a:pPr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sym typeface="+mn-ea"/>
              </a:rPr>
              <a:t>版本更新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</a:endParaRPr>
          </a:p>
          <a:p>
            <a:pPr algn="ctr"/>
            <a:r>
              <a:rPr lang="zh-CN" altLang="en-US" sz="3600" b="1" dirty="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en-US" altLang="zh-CN" sz="3600" b="1" dirty="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955</a:t>
            </a:r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sym typeface="+mn-ea"/>
              </a:rPr>
              <a:t>个</a:t>
            </a:r>
            <a:endParaRPr lang="zh-CN" altLang="en-US"/>
          </a:p>
        </p:txBody>
      </p:sp>
      <p:sp>
        <p:nvSpPr>
          <p:cNvPr id="9" name="文本框 5"/>
          <p:cNvSpPr txBox="1"/>
          <p:nvPr/>
        </p:nvSpPr>
        <p:spPr>
          <a:xfrm>
            <a:off x="4442777" y="3788410"/>
            <a:ext cx="1424940" cy="862965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spAutoFit/>
          </a:bodyPr>
          <a:p>
            <a:pPr algn="ctr">
              <a:buClrTx/>
              <a:buSzTx/>
              <a:buFontTx/>
            </a:pPr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sym typeface="+mn-ea"/>
              </a:rPr>
              <a:t>剑网三累计玩家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</a:endParaRPr>
          </a:p>
          <a:p>
            <a:pPr algn="ctr">
              <a:buClrTx/>
              <a:buSzTx/>
              <a:buFontTx/>
            </a:pPr>
            <a:r>
              <a:rPr lang="zh-CN" altLang="en-US" sz="3600" b="1" dirty="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1.1</a:t>
            </a:r>
            <a:r>
              <a:rPr lang="en-US" altLang="zh-CN" sz="3600" b="1" dirty="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</a:t>
            </a:r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sym typeface="+mn-ea"/>
              </a:rPr>
              <a:t>亿</a:t>
            </a:r>
            <a:endParaRPr lang="zh-CN" altLang="en-US"/>
          </a:p>
        </p:txBody>
      </p:sp>
      <p:sp>
        <p:nvSpPr>
          <p:cNvPr id="10" name="文本框 6"/>
          <p:cNvSpPr txBox="1"/>
          <p:nvPr/>
        </p:nvSpPr>
        <p:spPr>
          <a:xfrm>
            <a:off x="508635" y="4826000"/>
            <a:ext cx="615188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50000"/>
              </a:lnSpc>
              <a:buBlip>
                <a:blip r:embed="rId1"/>
              </a:buBlip>
            </a:pPr>
            <a:r>
              <a:rPr lang="zh-CN" alt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2016年《剑网3》营收达13.92亿元，同比增长56%</a:t>
            </a:r>
            <a:endParaRPr lang="zh-CN" altLang="en-US" sz="1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Blip>
                <a:blip r:embed="rId1"/>
              </a:buBlip>
            </a:pPr>
            <a:r>
              <a:rPr lang="zh-CN" alt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2017年《剑网3》营收达18亿元，同比增长30%,</a:t>
            </a:r>
            <a:endParaRPr lang="zh-CN" altLang="en-US" sz="1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Blip>
                <a:blip r:embed="rId1"/>
              </a:buBlip>
            </a:pPr>
            <a:r>
              <a:rPr lang="zh-CN" alt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过往七年流水复合增长率达57.65%，远超市场的平均增长速度</a:t>
            </a:r>
            <a:endParaRPr lang="zh-CN" altLang="en-US" sz="1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Blip>
                <a:blip r:embed="rId1"/>
              </a:buBlip>
            </a:pPr>
            <a:r>
              <a:rPr lang="zh-CN" alt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2020年《剑网3》实现全年双位数增长</a:t>
            </a:r>
            <a:endParaRPr lang="zh-CN" altLang="en-US"/>
          </a:p>
        </p:txBody>
      </p:sp>
      <p:pic>
        <p:nvPicPr>
          <p:cNvPr id="11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5043" y="1382607"/>
            <a:ext cx="6976533" cy="5475393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 txBox="1"/>
          <p:nvPr/>
        </p:nvSpPr>
        <p:spPr>
          <a:xfrm>
            <a:off x="508847" y="633909"/>
            <a:ext cx="9117753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手游代表作</a:t>
            </a:r>
            <a:endParaRPr lang="zh-CN" altLang="en-US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传统艺术形式与现代技术结合，打造独特的传统国风画面</a:t>
            </a:r>
            <a:endParaRPr lang="zh-CN" altLang="en-US"/>
          </a:p>
        </p:txBody>
      </p:sp>
      <p:sp>
        <p:nvSpPr>
          <p:cNvPr id="22530" name="正文 2"/>
          <p:cNvSpPr txBox="1"/>
          <p:nvPr/>
        </p:nvSpPr>
        <p:spPr>
          <a:xfrm>
            <a:off x="5092065" y="1840865"/>
            <a:ext cx="5952490" cy="41694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just" fontAlgn="auto">
              <a:lnSpc>
                <a:spcPct val="150000"/>
              </a:lnSpc>
              <a:spcBef>
                <a:spcPts val="1000"/>
              </a:spcBef>
              <a:buClrTx/>
              <a:buSzTx/>
              <a:buBlip>
                <a:blip r:embed="rId1"/>
              </a:buBlip>
            </a:pPr>
            <a:r>
              <a:rPr lang="zh-CN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《剑网3：指尖江湖》是一款多角色养成和RPG系统玩法相结合的3D手游。</a:t>
            </a:r>
            <a:endParaRPr lang="zh-CN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  <a:spcBef>
                <a:spcPts val="1000"/>
              </a:spcBef>
              <a:buClrTx/>
              <a:buSzTx/>
              <a:buBlip>
                <a:blip r:embed="rId1"/>
              </a:buBlip>
            </a:pPr>
            <a:r>
              <a:rPr lang="zh-CN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将浮雕、剪纸、版画等传统艺术形式与现代技术结合，打造出独特的传统国风画面。100万字剧情设定，300分钟剧情动画，再现端游的完整世界观，是典型的富有民族武侠特色的手机游戏。</a:t>
            </a:r>
            <a:endParaRPr lang="zh-CN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  <a:spcBef>
                <a:spcPts val="1000"/>
              </a:spcBef>
              <a:buClrTx/>
              <a:buSzTx/>
              <a:buBlip>
                <a:blip r:embed="rId1"/>
              </a:buBlip>
            </a:pPr>
            <a:r>
              <a:rPr lang="zh-CN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游戏由西山居《剑网3》端游原班人马倾情制作，腾讯游戏独家代理发行。</a:t>
            </a:r>
            <a:endParaRPr lang="zh-CN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0" indent="0" algn="just" defTabSz="914400" fontAlgn="auto">
              <a:lnSpc>
                <a:spcPct val="150000"/>
              </a:lnSpc>
              <a:spcBef>
                <a:spcPts val="1000"/>
              </a:spcBef>
              <a:buClrTx/>
              <a:buSzTx/>
              <a:buBlip>
                <a:blip r:embed="rId1"/>
              </a:buBlip>
            </a:pPr>
            <a:r>
              <a:rPr lang="zh-CN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2016年6月上线首月流水突破 </a:t>
            </a:r>
            <a:r>
              <a:rPr lang="zh-CN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5亿</a:t>
            </a:r>
            <a:r>
              <a:rPr lang="zh-CN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，连续11个月保持iOS畅销榜 </a:t>
            </a:r>
            <a:r>
              <a:rPr lang="zh-CN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TOP10</a:t>
            </a:r>
            <a:r>
              <a:rPr lang="zh-CN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；同年10月，陆续登陆港澳台、越南、新加坡、马来西亚、泰国和韩国等区域 </a:t>
            </a:r>
            <a:r>
              <a:rPr lang="zh-CN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月均流水过亿</a:t>
            </a:r>
            <a:r>
              <a:rPr lang="zh-CN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48139" name="图片 3" descr="剑侠情缘手游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1362710"/>
            <a:ext cx="4784090" cy="5495290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  <p:transition>
    <p:check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1" descr="图片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09600" y="-342900"/>
            <a:ext cx="13411200" cy="7542953"/>
          </a:xfrm>
          <a:prstGeom prst="rect">
            <a:avLst/>
          </a:prstGeom>
        </p:spPr>
      </p:pic>
      <p:sp>
        <p:nvSpPr>
          <p:cNvPr id="2" name="文本框 2"/>
          <p:cNvSpPr/>
          <p:nvPr/>
        </p:nvSpPr>
        <p:spPr>
          <a:xfrm>
            <a:off x="800100" y="1729740"/>
            <a:ext cx="5673090" cy="3397250"/>
          </a:xfrm>
          <a:prstGeom prst="rect">
            <a:avLst/>
          </a:prstGeom>
          <a:noFill/>
          <a:ln>
            <a:gradFill>
              <a:gsLst>
                <a:gs pos="50000">
                  <a:schemeClr val="bg1">
                    <a:alpha val="0"/>
                  </a:schemeClr>
                </a:gs>
                <a:gs pos="0">
                  <a:schemeClr val="bg1"/>
                </a:gs>
              </a:gsLst>
              <a:lin ang="189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360045" tIns="360045" rIns="360045" bIns="360045" numCol="1" spcCol="0" rtlCol="0" fromWordArt="0" anchor="ctr" anchorCtr="0" forceAA="0" compatLnSpc="1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80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金山云</a:t>
            </a:r>
            <a:endParaRPr lang="zh-CN" altLang="en-US" sz="8000" b="1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36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全球高品质云服务专家</a:t>
            </a:r>
            <a:endParaRPr lang="zh-CN" altLang="en-US" sz="3600" b="1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00"/>
                            </p:stCondLst>
                            <p:childTnLst>
                              <p:par>
                                <p:cTn id="11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3" dur="1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4" dur="1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728980"/>
            <a:ext cx="1265217" cy="5400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236595" y="6402070"/>
            <a:ext cx="7845425" cy="16351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lvl="1" indent="-285750" algn="l">
              <a:spcAft>
                <a:spcPct val="15000"/>
              </a:spcAft>
              <a:buFont typeface="Arial" panose="020B0604020202020204" pitchFamily="34" charset="0"/>
              <a:buChar char="•"/>
            </a:pPr>
            <a:endParaRPr altLang="en-US" sz="140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285750" lvl="1" indent="-285750" algn="l">
              <a:spcAft>
                <a:spcPct val="15000"/>
              </a:spcAft>
              <a:buFont typeface="Arial" panose="020B0604020202020204" pitchFamily="34" charset="0"/>
              <a:buChar char="•"/>
            </a:pPr>
            <a:endParaRPr lang="en-US" sz="140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114300" lvl="1" indent="-114300" algn="l">
              <a:spcAft>
                <a:spcPct val="15000"/>
              </a:spcAft>
            </a:pPr>
            <a:endParaRPr lang="en-US" sz="140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285750" lvl="1" indent="-285750" algn="l">
              <a:spcAft>
                <a:spcPct val="150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lvl="1" indent="-285750" algn="l">
              <a:spcAft>
                <a:spcPct val="15000"/>
              </a:spcAft>
              <a:buFont typeface="Arial" panose="020B0604020202020204" pitchFamily="34" charset="0"/>
              <a:buChar char="•"/>
            </a:pPr>
            <a:endParaRPr altLang="en-US" sz="140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285750" lvl="1" indent="-285750" algn="l">
              <a:spcAft>
                <a:spcPct val="15000"/>
              </a:spcAft>
              <a:buFont typeface="Arial" panose="020B0604020202020204" pitchFamily="34" charset="0"/>
              <a:buChar char="•"/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图示 1"/>
          <p:cNvGraphicFramePr/>
          <p:nvPr/>
        </p:nvGraphicFramePr>
        <p:xfrm>
          <a:off x="2954020" y="728980"/>
          <a:ext cx="8128000" cy="5418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>
    <p:check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5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8705"/>
            <a:ext cx="3644900" cy="2730500"/>
          </a:xfrm>
          <a:prstGeom prst="snip1Rect">
            <a:avLst/>
          </a:prstGeom>
          <a:effectLst>
            <a:reflection blurRad="6350" stA="52000" endA="300" endPos="35000" dir="5400000" sy="-100000" algn="bl" rotWithShape="0"/>
          </a:effectLst>
          <a:scene3d>
            <a:camera prst="isometricLeftDown">
              <a:rot lat="2100000" lon="2100000" rev="0"/>
            </a:camera>
            <a:lightRig rig="threePt" dir="t"/>
          </a:scene3d>
        </p:spPr>
      </p:pic>
      <p:pic>
        <p:nvPicPr>
          <p:cNvPr id="46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285" y="2589530"/>
            <a:ext cx="3562350" cy="2673350"/>
          </a:xfrm>
          <a:prstGeom prst="snip1Rect">
            <a:avLst/>
          </a:prstGeom>
          <a:effectLst>
            <a:reflection blurRad="6350" stA="52000" endA="300" endPos="35000" dir="5400000" sy="-100000" algn="bl" rotWithShape="0"/>
          </a:effectLst>
          <a:scene3d>
            <a:camera prst="isometricLeftDown">
              <a:rot lat="2100000" lon="2100000" rev="0"/>
            </a:camera>
            <a:lightRig rig="threePt" dir="t"/>
          </a:scene3d>
        </p:spPr>
      </p:pic>
      <p:pic>
        <p:nvPicPr>
          <p:cNvPr id="47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020" y="1513205"/>
            <a:ext cx="3644900" cy="2730500"/>
          </a:xfrm>
          <a:prstGeom prst="snip1Rect">
            <a:avLst/>
          </a:prstGeom>
          <a:effectLst>
            <a:reflection blurRad="6350" stA="52000" endA="300" endPos="35000" dir="5400000" sy="-100000" algn="bl" rotWithShape="0"/>
          </a:effectLst>
          <a:scene3d>
            <a:camera prst="isometricLeftDown">
              <a:rot lat="2100000" lon="2100000" rev="0"/>
            </a:camera>
            <a:lightRig rig="threePt" dir="t"/>
          </a:scene3d>
        </p:spPr>
      </p:pic>
      <p:pic>
        <p:nvPicPr>
          <p:cNvPr id="48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3305" y="519430"/>
            <a:ext cx="3530600" cy="2647950"/>
          </a:xfrm>
          <a:prstGeom prst="snip1Rect">
            <a:avLst/>
          </a:prstGeom>
          <a:effectLst>
            <a:reflection blurRad="6350" stA="52000" endA="300" endPos="35000" dir="5400000" sy="-100000" algn="bl" rotWithShape="0"/>
          </a:effectLst>
          <a:scene3d>
            <a:camera prst="isometricLeftDown">
              <a:rot lat="2100000" lon="2100000" rev="0"/>
            </a:camera>
            <a:lightRig rig="threePt" dir="t"/>
          </a:scene3d>
        </p:spPr>
      </p:pic>
      <p:pic>
        <p:nvPicPr>
          <p:cNvPr id="49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softEdge rad="127000"/>
          </a:effectLst>
        </p:spPr>
      </p:pic>
    </p:spTree>
  </p:cSld>
  <p:clrMapOvr>
    <a:masterClrMapping/>
  </p:clrMapOvr>
  <p:transition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REFSHAPE" val="-1911217372"/>
  <p:tag name="KSO_WM_UNIT_PLACING_PICTURE_USER_VIEWPORT" val="{&quot;height&quot;:9423,&quot;width&quot;:8205}"/>
</p:tagLst>
</file>

<file path=ppt/theme/theme1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1219</Words>
  <Application>WPS 演示</Application>
  <PresentationFormat>宽屏</PresentationFormat>
  <Paragraphs>71</Paragraphs>
  <Slides>15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Wingdings</vt:lpstr>
      <vt:lpstr>Arial Unicode MS</vt:lpstr>
      <vt:lpstr>1_Office 主题​​</vt:lpstr>
      <vt:lpstr>PowerPoint 演示文稿</vt:lpstr>
      <vt:lpstr>PowerPoint 演示文稿</vt:lpstr>
      <vt:lpstr>PowerPoint 演示文稿</vt:lpstr>
      <vt:lpstr>关于金山办公 About US</vt:lpstr>
      <vt:lpstr>核心产品战略 Core Product Strategy</vt:lpstr>
      <vt:lpstr>核心产品战略 Core Product Strategy</vt:lpstr>
      <vt:lpstr>核心产品战略 Core Product Strategy</vt:lpstr>
      <vt:lpstr>使命、愿景和价值观 Mission Vision Values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Administrator</cp:lastModifiedBy>
  <cp:revision>520</cp:revision>
  <dcterms:created xsi:type="dcterms:W3CDTF">2019-06-19T02:08:00Z</dcterms:created>
  <dcterms:modified xsi:type="dcterms:W3CDTF">2023-10-31T03:23:26Z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  <property fmtid="{D5CDD505-2E9C-101B-9397-08002B2CF9AE}" pid="3" name="ICV">
    <vt:lpwstr>599B5DC2C6CD4C278D8927E6E5D18551</vt:lpwstr>
  </property>
</Properties>
</file>