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16"/>
  </p:notesMasterIdLst>
  <p:sldIdLst>
    <p:sldId id="409" r:id="rId3"/>
    <p:sldId id="410" r:id="rId4"/>
    <p:sldId id="411" r:id="rId5"/>
    <p:sldId id="435" r:id="rId6"/>
    <p:sldId id="414" r:id="rId7"/>
    <p:sldId id="415" r:id="rId8"/>
    <p:sldId id="417" r:id="rId9"/>
    <p:sldId id="420" r:id="rId10"/>
    <p:sldId id="412" r:id="rId11"/>
    <p:sldId id="422" r:id="rId12"/>
    <p:sldId id="419" r:id="rId13"/>
    <p:sldId id="424" r:id="rId14"/>
    <p:sldId id="425" r:id="rId15"/>
    <p:sldId id="426" r:id="rId17"/>
    <p:sldId id="427" r:id="rId18"/>
  </p:sldIdLst>
  <p:sldSz cx="12192635" cy="6858000"/>
  <p:notesSz cx="6858000" cy="9144000"/>
  <p:custShowLst>
    <p:custShow name="外景" id="0">
      <p:sldLst>
        <p:sld r:id="rId7"/>
        <p:sld r:id="rId8"/>
        <p:sld r:id="rId9"/>
        <p:sld r:id="rId10"/>
        <p:sld r:id="rId11"/>
        <p:sld r:id="rId12"/>
        <p:sld r:id="rId13"/>
      </p:sldLst>
    </p:custShow>
    <p:custShow name="大厅" id="1">
      <p:sldLst>
        <p:sld r:id="rId14"/>
        <p:sld r:id="rId15"/>
        <p:sld r:id="rId17"/>
        <p:sld r:id="rId18"/>
      </p:sldLst>
    </p:custShow>
  </p:custShow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95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1C80C4-3C37-4B06-AC2A-25F05322FDE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79F64CC5-B0A0-473A-A647-A8DB6562D23B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中华千秋颂</a:t>
          </a:r>
          <a:r>
            <a:rPr lang="zh-CN" altLang="en-US"/>
            <a:t/>
          </a:r>
          <a:endParaRPr lang="zh-CN" altLang="en-US"/>
        </a:p>
      </dgm:t>
    </dgm:pt>
    <dgm:pt modelId="{702F6268-E14C-45D5-8115-297DAA4B759C}" cxnId="{673AE20D-C773-4F1A-B26C-BD1C051B9ADE}" type="parTrans">
      <dgm:prSet/>
      <dgm:spPr/>
      <dgm:t>
        <a:bodyPr/>
        <a:p>
          <a:endParaRPr lang="zh-CN" altLang="en-US"/>
        </a:p>
      </dgm:t>
    </dgm:pt>
    <dgm:pt modelId="{981E424B-A63B-4DF7-BC97-1D5B2B7044B1}" cxnId="{673AE20D-C773-4F1A-B26C-BD1C051B9ADE}" type="sibTrans">
      <dgm:prSet/>
      <dgm:spPr/>
      <dgm:t>
        <a:bodyPr/>
        <a:p>
          <a:endParaRPr lang="zh-CN" altLang="en-US"/>
        </a:p>
      </dgm:t>
    </dgm:pt>
    <dgm:pt modelId="{D4AB1542-9F74-4E45-B615-57F5DFDC43EE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锻铜贴金柱</a:t>
          </a:r>
          <a:r>
            <a:rPr lang="zh-CN" altLang="en-US"/>
            <a:t/>
          </a:r>
          <a:endParaRPr lang="zh-CN" altLang="en-US"/>
        </a:p>
      </dgm:t>
    </dgm:pt>
    <dgm:pt modelId="{DCA1BD93-FD98-4A06-8ECE-28E6935BECED}" cxnId="{AB6354C4-496E-4BB1-A5D7-94B7219831A5}" type="parTrans">
      <dgm:prSet/>
      <dgm:spPr/>
      <dgm:t>
        <a:bodyPr/>
        <a:p>
          <a:endParaRPr lang="zh-CN" altLang="en-US"/>
        </a:p>
      </dgm:t>
    </dgm:pt>
    <dgm:pt modelId="{69748832-ECC5-4F63-A6AC-8504A7E906B9}" cxnId="{AB6354C4-496E-4BB1-A5D7-94B7219831A5}" type="sibTrans">
      <dgm:prSet/>
      <dgm:spPr/>
      <dgm:t>
        <a:bodyPr/>
        <a:p>
          <a:endParaRPr lang="zh-CN" altLang="en-US"/>
        </a:p>
      </dgm:t>
    </dgm:pt>
    <dgm:pt modelId="{E484A0DB-ADE2-41BB-B1F9-A397557174FE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世纪星空图</a:t>
          </a:r>
          <a:r>
            <a:rPr lang="zh-CN" altLang="en-US"/>
            <a:t/>
          </a:r>
          <a:endParaRPr lang="zh-CN" altLang="en-US"/>
        </a:p>
      </dgm:t>
    </dgm:pt>
    <dgm:pt modelId="{0D3844BD-A934-4ADF-8CEC-4B7101CACCC9}" cxnId="{C6DF4407-9A1A-41A7-A654-5CBEB1484A8B}" type="parTrans">
      <dgm:prSet/>
      <dgm:spPr/>
      <dgm:t>
        <a:bodyPr/>
        <a:p>
          <a:endParaRPr lang="zh-CN" altLang="en-US"/>
        </a:p>
      </dgm:t>
    </dgm:pt>
    <dgm:pt modelId="{FC59B45A-A616-4E16-B98F-7EBC1D5DDF85}" cxnId="{C6DF4407-9A1A-41A7-A654-5CBEB1484A8B}" type="sibTrans">
      <dgm:prSet/>
      <dgm:spPr/>
      <dgm:t>
        <a:bodyPr/>
        <a:p>
          <a:endParaRPr lang="zh-CN" altLang="en-US"/>
        </a:p>
      </dgm:t>
    </dgm:pt>
    <dgm:pt modelId="{EE3CB678-3AF3-48EB-A9A3-4C9B3B638DF4}" type="pres">
      <dgm:prSet presAssocID="{501C80C4-3C37-4B06-AC2A-25F05322FDE0}" presName="linear" presStyleCnt="0">
        <dgm:presLayoutVars>
          <dgm:dir/>
          <dgm:animLvl val="lvl"/>
          <dgm:resizeHandles val="exact"/>
        </dgm:presLayoutVars>
      </dgm:prSet>
      <dgm:spPr/>
    </dgm:pt>
    <dgm:pt modelId="{A787D67B-DDA1-4988-8415-DCD48FC3EA83}" type="pres">
      <dgm:prSet presAssocID="{79F64CC5-B0A0-473A-A647-A8DB6562D23B}" presName="parentLin" presStyleCnt="0"/>
      <dgm:spPr/>
    </dgm:pt>
    <dgm:pt modelId="{0797CEA2-9F9D-4159-A8DC-2F0D60611F3B}" type="pres">
      <dgm:prSet presAssocID="{79F64CC5-B0A0-473A-A647-A8DB6562D23B}" presName="parentLeftMargin" presStyleCnt="0"/>
      <dgm:spPr/>
    </dgm:pt>
    <dgm:pt modelId="{2968AA41-C1D3-4EDF-9DB3-378F66B2FD39}" type="pres">
      <dgm:prSet presAssocID="{79F64CC5-B0A0-473A-A647-A8DB6562D23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61417B3-60F3-4BE3-8E8F-9CEC27ECBCDA}" type="pres">
      <dgm:prSet presAssocID="{79F64CC5-B0A0-473A-A647-A8DB6562D23B}" presName="negativeSpace" presStyleCnt="0"/>
      <dgm:spPr/>
    </dgm:pt>
    <dgm:pt modelId="{D167D85B-ED5F-4134-9F18-E6B4BAE0C614}" type="pres">
      <dgm:prSet presAssocID="{79F64CC5-B0A0-473A-A647-A8DB6562D23B}" presName="childText" presStyleLbl="conFgAcc1" presStyleIdx="0" presStyleCnt="3">
        <dgm:presLayoutVars>
          <dgm:bulletEnabled val="1"/>
        </dgm:presLayoutVars>
      </dgm:prSet>
      <dgm:spPr/>
    </dgm:pt>
    <dgm:pt modelId="{6402558A-B637-4118-8793-2FA57B2393DA}" type="pres">
      <dgm:prSet presAssocID="{981E424B-A63B-4DF7-BC97-1D5B2B7044B1}" presName="spaceBetweenRectangles" presStyleCnt="0"/>
      <dgm:spPr/>
    </dgm:pt>
    <dgm:pt modelId="{8E561E53-8519-43F2-B9E7-546C3EB01970}" type="pres">
      <dgm:prSet presAssocID="{D4AB1542-9F74-4E45-B615-57F5DFDC43EE}" presName="parentLin" presStyleCnt="0"/>
      <dgm:spPr/>
    </dgm:pt>
    <dgm:pt modelId="{3559B5A5-3E91-49F5-A868-297DBB575668}" type="pres">
      <dgm:prSet presAssocID="{D4AB1542-9F74-4E45-B615-57F5DFDC43EE}" presName="parentLeftMargin" presStyleCnt="0"/>
      <dgm:spPr/>
    </dgm:pt>
    <dgm:pt modelId="{48FABA9F-C289-434B-8864-E8FC1B5C2F60}" type="pres">
      <dgm:prSet presAssocID="{D4AB1542-9F74-4E45-B615-57F5DFDC43E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2F65D9D-7898-4EE1-ADBC-A6F5139DEC13}" type="pres">
      <dgm:prSet presAssocID="{D4AB1542-9F74-4E45-B615-57F5DFDC43EE}" presName="negativeSpace" presStyleCnt="0"/>
      <dgm:spPr/>
    </dgm:pt>
    <dgm:pt modelId="{6B4B0D2A-F76A-4881-A678-1599A9C1764F}" type="pres">
      <dgm:prSet presAssocID="{D4AB1542-9F74-4E45-B615-57F5DFDC43EE}" presName="childText" presStyleLbl="conFgAcc1" presStyleIdx="1" presStyleCnt="3">
        <dgm:presLayoutVars>
          <dgm:bulletEnabled val="1"/>
        </dgm:presLayoutVars>
      </dgm:prSet>
      <dgm:spPr/>
    </dgm:pt>
    <dgm:pt modelId="{4CCA9E30-BEB2-4B5D-BA10-E5FCB43776E3}" type="pres">
      <dgm:prSet presAssocID="{69748832-ECC5-4F63-A6AC-8504A7E906B9}" presName="spaceBetweenRectangles" presStyleCnt="0"/>
      <dgm:spPr/>
    </dgm:pt>
    <dgm:pt modelId="{E366F1EF-FE80-457B-9C6A-8A0AC673FB1B}" type="pres">
      <dgm:prSet presAssocID="{E484A0DB-ADE2-41BB-B1F9-A397557174FE}" presName="parentLin" presStyleCnt="0"/>
      <dgm:spPr/>
    </dgm:pt>
    <dgm:pt modelId="{06AA40BB-9886-4B46-8ECB-F4B42996D2E4}" type="pres">
      <dgm:prSet presAssocID="{E484A0DB-ADE2-41BB-B1F9-A397557174FE}" presName="parentLeftMargin" presStyleCnt="0"/>
      <dgm:spPr/>
    </dgm:pt>
    <dgm:pt modelId="{E2F3FA2F-E1C7-4C05-8B05-C32B42A9A930}" type="pres">
      <dgm:prSet presAssocID="{E484A0DB-ADE2-41BB-B1F9-A397557174F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36A5161-621C-488B-95ED-161DD8C18700}" type="pres">
      <dgm:prSet presAssocID="{E484A0DB-ADE2-41BB-B1F9-A397557174FE}" presName="negativeSpace" presStyleCnt="0"/>
      <dgm:spPr/>
    </dgm:pt>
    <dgm:pt modelId="{F2D507D6-5CB7-4C81-896F-18FAF0126329}" type="pres">
      <dgm:prSet presAssocID="{E484A0DB-ADE2-41BB-B1F9-A397557174F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73AE20D-C773-4F1A-B26C-BD1C051B9ADE}" srcId="{501C80C4-3C37-4B06-AC2A-25F05322FDE0}" destId="{79F64CC5-B0A0-473A-A647-A8DB6562D23B}" srcOrd="0" destOrd="0" parTransId="{702F6268-E14C-45D5-8115-297DAA4B759C}" sibTransId="{981E424B-A63B-4DF7-BC97-1D5B2B7044B1}"/>
    <dgm:cxn modelId="{AB6354C4-496E-4BB1-A5D7-94B7219831A5}" srcId="{501C80C4-3C37-4B06-AC2A-25F05322FDE0}" destId="{D4AB1542-9F74-4E45-B615-57F5DFDC43EE}" srcOrd="1" destOrd="0" parTransId="{DCA1BD93-FD98-4A06-8ECE-28E6935BECED}" sibTransId="{69748832-ECC5-4F63-A6AC-8504A7E906B9}"/>
    <dgm:cxn modelId="{C6DF4407-9A1A-41A7-A654-5CBEB1484A8B}" srcId="{501C80C4-3C37-4B06-AC2A-25F05322FDE0}" destId="{E484A0DB-ADE2-41BB-B1F9-A397557174FE}" srcOrd="2" destOrd="0" parTransId="{0D3844BD-A934-4ADF-8CEC-4B7101CACCC9}" sibTransId="{FC59B45A-A616-4E16-B98F-7EBC1D5DDF85}"/>
    <dgm:cxn modelId="{491C8B9B-6DF2-42A1-AECD-69AEAF7A459E}" type="presOf" srcId="{501C80C4-3C37-4B06-AC2A-25F05322FDE0}" destId="{EE3CB678-3AF3-48EB-A9A3-4C9B3B638DF4}" srcOrd="0" destOrd="0" presId="urn:microsoft.com/office/officeart/2005/8/layout/list1"/>
    <dgm:cxn modelId="{418451E4-F466-414E-B0B8-1343FD2D6C42}" type="presParOf" srcId="{EE3CB678-3AF3-48EB-A9A3-4C9B3B638DF4}" destId="{A787D67B-DDA1-4988-8415-DCD48FC3EA83}" srcOrd="0" destOrd="0" presId="urn:microsoft.com/office/officeart/2005/8/layout/list1"/>
    <dgm:cxn modelId="{10817FDA-1270-4E9F-9260-72D59A4C242B}" type="presParOf" srcId="{A787D67B-DDA1-4988-8415-DCD48FC3EA83}" destId="{0797CEA2-9F9D-4159-A8DC-2F0D60611F3B}" srcOrd="0" destOrd="0" presId="urn:microsoft.com/office/officeart/2005/8/layout/list1"/>
    <dgm:cxn modelId="{716DE298-0657-4C3C-9ACE-50B101AE3522}" type="presOf" srcId="{79F64CC5-B0A0-473A-A647-A8DB6562D23B}" destId="{0797CEA2-9F9D-4159-A8DC-2F0D60611F3B}" srcOrd="0" destOrd="0" presId="urn:microsoft.com/office/officeart/2005/8/layout/list1"/>
    <dgm:cxn modelId="{F7923EF1-4771-435E-8DD0-DBB7404B9EF9}" type="presParOf" srcId="{A787D67B-DDA1-4988-8415-DCD48FC3EA83}" destId="{2968AA41-C1D3-4EDF-9DB3-378F66B2FD39}" srcOrd="1" destOrd="0" presId="urn:microsoft.com/office/officeart/2005/8/layout/list1"/>
    <dgm:cxn modelId="{C7B9FAE5-BE33-4BDB-B162-F4102170EFB1}" type="presOf" srcId="{79F64CC5-B0A0-473A-A647-A8DB6562D23B}" destId="{2968AA41-C1D3-4EDF-9DB3-378F66B2FD39}" srcOrd="0" destOrd="0" presId="urn:microsoft.com/office/officeart/2005/8/layout/list1"/>
    <dgm:cxn modelId="{9D67F3E2-9924-439F-87D1-8FE6A4E723BB}" type="presParOf" srcId="{EE3CB678-3AF3-48EB-A9A3-4C9B3B638DF4}" destId="{D61417B3-60F3-4BE3-8E8F-9CEC27ECBCDA}" srcOrd="1" destOrd="0" presId="urn:microsoft.com/office/officeart/2005/8/layout/list1"/>
    <dgm:cxn modelId="{B0C54BC2-98C9-41E2-BC53-105686D19C57}" type="presParOf" srcId="{EE3CB678-3AF3-48EB-A9A3-4C9B3B638DF4}" destId="{D167D85B-ED5F-4134-9F18-E6B4BAE0C614}" srcOrd="2" destOrd="0" presId="urn:microsoft.com/office/officeart/2005/8/layout/list1"/>
    <dgm:cxn modelId="{BBDBB048-FC0B-4DFB-876D-9A37B793E7D8}" type="presParOf" srcId="{EE3CB678-3AF3-48EB-A9A3-4C9B3B638DF4}" destId="{6402558A-B637-4118-8793-2FA57B2393DA}" srcOrd="3" destOrd="0" presId="urn:microsoft.com/office/officeart/2005/8/layout/list1"/>
    <dgm:cxn modelId="{8CB91285-163D-434E-BA1B-35529F6E72B3}" type="presParOf" srcId="{EE3CB678-3AF3-48EB-A9A3-4C9B3B638DF4}" destId="{8E561E53-8519-43F2-B9E7-546C3EB01970}" srcOrd="4" destOrd="0" presId="urn:microsoft.com/office/officeart/2005/8/layout/list1"/>
    <dgm:cxn modelId="{4BEC19B6-B1FE-4572-A659-0C6067AEA126}" type="presParOf" srcId="{8E561E53-8519-43F2-B9E7-546C3EB01970}" destId="{3559B5A5-3E91-49F5-A868-297DBB575668}" srcOrd="0" destOrd="4" presId="urn:microsoft.com/office/officeart/2005/8/layout/list1"/>
    <dgm:cxn modelId="{C61D749C-0CFA-4909-8F65-8258086D82A3}" type="presOf" srcId="{D4AB1542-9F74-4E45-B615-57F5DFDC43EE}" destId="{3559B5A5-3E91-49F5-A868-297DBB575668}" srcOrd="0" destOrd="0" presId="urn:microsoft.com/office/officeart/2005/8/layout/list1"/>
    <dgm:cxn modelId="{966539CC-F5BE-4B78-BB2C-A3E8651B410C}" type="presParOf" srcId="{8E561E53-8519-43F2-B9E7-546C3EB01970}" destId="{48FABA9F-C289-434B-8864-E8FC1B5C2F60}" srcOrd="1" destOrd="4" presId="urn:microsoft.com/office/officeart/2005/8/layout/list1"/>
    <dgm:cxn modelId="{BC6FFC4A-A34A-4613-A225-FD6DFF700C3E}" type="presOf" srcId="{D4AB1542-9F74-4E45-B615-57F5DFDC43EE}" destId="{48FABA9F-C289-434B-8864-E8FC1B5C2F60}" srcOrd="0" destOrd="0" presId="urn:microsoft.com/office/officeart/2005/8/layout/list1"/>
    <dgm:cxn modelId="{B1294A9E-6815-4F3D-9EFD-5D44D0DDA64A}" type="presParOf" srcId="{EE3CB678-3AF3-48EB-A9A3-4C9B3B638DF4}" destId="{72F65D9D-7898-4EE1-ADBC-A6F5139DEC13}" srcOrd="5" destOrd="0" presId="urn:microsoft.com/office/officeart/2005/8/layout/list1"/>
    <dgm:cxn modelId="{C0B8418B-BA54-40CB-A738-0D730DC2B228}" type="presParOf" srcId="{EE3CB678-3AF3-48EB-A9A3-4C9B3B638DF4}" destId="{6B4B0D2A-F76A-4881-A678-1599A9C1764F}" srcOrd="6" destOrd="0" presId="urn:microsoft.com/office/officeart/2005/8/layout/list1"/>
    <dgm:cxn modelId="{BCBF8FDA-A5DB-4FC9-83D5-7F7D21181DCE}" type="presParOf" srcId="{EE3CB678-3AF3-48EB-A9A3-4C9B3B638DF4}" destId="{4CCA9E30-BEB2-4B5D-BA10-E5FCB43776E3}" srcOrd="7" destOrd="0" presId="urn:microsoft.com/office/officeart/2005/8/layout/list1"/>
    <dgm:cxn modelId="{701EFD2B-8896-498A-98FA-9817C1135B95}" type="presParOf" srcId="{EE3CB678-3AF3-48EB-A9A3-4C9B3B638DF4}" destId="{E366F1EF-FE80-457B-9C6A-8A0AC673FB1B}" srcOrd="8" destOrd="0" presId="urn:microsoft.com/office/officeart/2005/8/layout/list1"/>
    <dgm:cxn modelId="{A58AAAEE-892E-41EA-9F80-774A188A06F5}" type="presParOf" srcId="{E366F1EF-FE80-457B-9C6A-8A0AC673FB1B}" destId="{06AA40BB-9886-4B46-8ECB-F4B42996D2E4}" srcOrd="0" destOrd="8" presId="urn:microsoft.com/office/officeart/2005/8/layout/list1"/>
    <dgm:cxn modelId="{78ACC086-8070-49B1-ACE4-27E04F486605}" type="presOf" srcId="{E484A0DB-ADE2-41BB-B1F9-A397557174FE}" destId="{06AA40BB-9886-4B46-8ECB-F4B42996D2E4}" srcOrd="0" destOrd="0" presId="urn:microsoft.com/office/officeart/2005/8/layout/list1"/>
    <dgm:cxn modelId="{CE7D49B9-0CE1-4FEA-BE14-146B05E490DC}" type="presParOf" srcId="{E366F1EF-FE80-457B-9C6A-8A0AC673FB1B}" destId="{E2F3FA2F-E1C7-4C05-8B05-C32B42A9A930}" srcOrd="1" destOrd="8" presId="urn:microsoft.com/office/officeart/2005/8/layout/list1"/>
    <dgm:cxn modelId="{1EEC7D59-EAEF-44E5-AE34-FB203F09D9F1}" type="presOf" srcId="{E484A0DB-ADE2-41BB-B1F9-A397557174FE}" destId="{E2F3FA2F-E1C7-4C05-8B05-C32B42A9A930}" srcOrd="0" destOrd="0" presId="urn:microsoft.com/office/officeart/2005/8/layout/list1"/>
    <dgm:cxn modelId="{9E7F27C5-04DA-4F2A-B392-013765706677}" type="presParOf" srcId="{EE3CB678-3AF3-48EB-A9A3-4C9B3B638DF4}" destId="{C36A5161-621C-488B-95ED-161DD8C18700}" srcOrd="9" destOrd="0" presId="urn:microsoft.com/office/officeart/2005/8/layout/list1"/>
    <dgm:cxn modelId="{DEC3C1ED-056E-44C5-B482-920E3E13A928}" type="presParOf" srcId="{EE3CB678-3AF3-48EB-A9A3-4C9B3B638DF4}" destId="{F2D507D6-5CB7-4C81-896F-18FAF012632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1C80C4-3C37-4B06-AC2A-25F05322FDE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0"/>
      <dgm:spPr/>
      <dgm:t>
        <a:bodyPr/>
        <a:p>
          <a:endParaRPr lang="zh-CN" altLang="en-US"/>
        </a:p>
      </dgm:t>
    </dgm:pt>
    <dgm:pt modelId="{79F64CC5-B0A0-473A-A647-A8DB6562D23B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ym typeface="+mn-ea"/>
            </a:rPr>
            <a:t>主体建筑</a:t>
          </a:r>
          <a:r>
            <a:rPr lang="zh-CN" altLang="en-US"/>
            <a:t/>
          </a:r>
          <a:endParaRPr lang="zh-CN" altLang="en-US"/>
        </a:p>
      </dgm:t>
    </dgm:pt>
    <dgm:pt modelId="{702F6268-E14C-45D5-8115-297DAA4B759C}" cxnId="{7F96F08B-F7D7-4F70-9835-25EC2A79D2EF}" type="parTrans">
      <dgm:prSet/>
      <dgm:spPr/>
      <dgm:t>
        <a:bodyPr/>
        <a:p>
          <a:endParaRPr lang="zh-CN" altLang="en-US"/>
        </a:p>
      </dgm:t>
    </dgm:pt>
    <dgm:pt modelId="{981E424B-A63B-4DF7-BC97-1D5B2B7044B1}" cxnId="{7F96F08B-F7D7-4F70-9835-25EC2A79D2EF}" type="sibTrans">
      <dgm:prSet/>
      <dgm:spPr/>
      <dgm:t>
        <a:bodyPr/>
        <a:p>
          <a:endParaRPr lang="zh-CN" altLang="en-US"/>
        </a:p>
      </dgm:t>
    </dgm:pt>
    <dgm:pt modelId="{D4AB1542-9F74-4E45-B615-57F5DFDC43EE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圣火广场</a:t>
          </a:r>
          <a:r>
            <a:rPr/>
            <a:t/>
          </a:r>
          <a:endParaRPr/>
        </a:p>
      </dgm:t>
    </dgm:pt>
    <dgm:pt modelId="{DCA1BD93-FD98-4A06-8ECE-28E6935BECED}" cxnId="{4D9704A9-A2F6-475C-AE52-DEFC5189DE51}" type="parTrans">
      <dgm:prSet/>
      <dgm:spPr/>
      <dgm:t>
        <a:bodyPr/>
        <a:p>
          <a:endParaRPr lang="zh-CN" altLang="en-US"/>
        </a:p>
      </dgm:t>
    </dgm:pt>
    <dgm:pt modelId="{69748832-ECC5-4F63-A6AC-8504A7E906B9}" cxnId="{4D9704A9-A2F6-475C-AE52-DEFC5189DE51}" type="sibTrans">
      <dgm:prSet/>
      <dgm:spPr/>
      <dgm:t>
        <a:bodyPr/>
        <a:p>
          <a:endParaRPr lang="zh-CN" altLang="en-US"/>
        </a:p>
      </dgm:t>
    </dgm:pt>
    <dgm:pt modelId="{E484A0DB-ADE2-41BB-B1F9-A397557174FE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青铜甬道</a:t>
          </a:r>
          <a:r>
            <a:rPr lang="zh-CN" altLang="en-US"/>
            <a:t/>
          </a:r>
          <a:endParaRPr lang="zh-CN" altLang="en-US"/>
        </a:p>
      </dgm:t>
    </dgm:pt>
    <dgm:pt modelId="{0D3844BD-A934-4ADF-8CEC-4B7101CACCC9}" cxnId="{19537A03-CE74-44A7-89DC-F3EB2162B882}" type="parTrans">
      <dgm:prSet/>
      <dgm:spPr/>
      <dgm:t>
        <a:bodyPr/>
        <a:p>
          <a:endParaRPr lang="zh-CN" altLang="en-US"/>
        </a:p>
      </dgm:t>
    </dgm:pt>
    <dgm:pt modelId="{FC59B45A-A616-4E16-B98F-7EBC1D5DDF85}" cxnId="{19537A03-CE74-44A7-89DC-F3EB2162B882}" type="sibTrans">
      <dgm:prSet/>
      <dgm:spPr/>
      <dgm:t>
        <a:bodyPr/>
        <a:p>
          <a:endParaRPr lang="zh-CN" altLang="en-US"/>
        </a:p>
      </dgm:t>
    </dgm:pt>
    <dgm:pt modelId="{4072B2AA-FBBD-44F6-956A-C9F7405C7F89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中华故土地图</a:t>
          </a:r>
          <a:r>
            <a:rPr/>
            <a:t/>
          </a:r>
          <a:endParaRPr/>
        </a:p>
      </dgm:t>
    </dgm:pt>
    <dgm:pt modelId="{FD977810-B618-442F-8FCC-F462713BBEC1}" cxnId="{1E0AFF4A-B2C6-4269-8951-F00D23F060B4}" type="parTrans">
      <dgm:prSet/>
      <dgm:spPr/>
    </dgm:pt>
    <dgm:pt modelId="{3F5FA013-7DF0-4730-A45D-AD24DC0F9873}" cxnId="{1E0AFF4A-B2C6-4269-8951-F00D23F060B4}" type="sibTrans">
      <dgm:prSet/>
      <dgm:spPr/>
    </dgm:pt>
    <dgm:pt modelId="{EE3CB678-3AF3-48EB-A9A3-4C9B3B638DF4}" type="pres">
      <dgm:prSet presAssocID="{501C80C4-3C37-4B06-AC2A-25F05322FDE0}" presName="linear" presStyleCnt="0">
        <dgm:presLayoutVars>
          <dgm:dir/>
          <dgm:animLvl val="lvl"/>
          <dgm:resizeHandles val="exact"/>
        </dgm:presLayoutVars>
      </dgm:prSet>
      <dgm:spPr/>
    </dgm:pt>
    <dgm:pt modelId="{A787D67B-DDA1-4988-8415-DCD48FC3EA83}" type="pres">
      <dgm:prSet presAssocID="{79F64CC5-B0A0-473A-A647-A8DB6562D23B}" presName="parentLin" presStyleCnt="0"/>
      <dgm:spPr/>
    </dgm:pt>
    <dgm:pt modelId="{0797CEA2-9F9D-4159-A8DC-2F0D60611F3B}" type="pres">
      <dgm:prSet presAssocID="{79F64CC5-B0A0-473A-A647-A8DB6562D23B}" presName="parentLeftMargin" presStyleCnt="0"/>
      <dgm:spPr/>
    </dgm:pt>
    <dgm:pt modelId="{2968AA41-C1D3-4EDF-9DB3-378F66B2FD39}" type="pres">
      <dgm:prSet presAssocID="{79F64CC5-B0A0-473A-A647-A8DB6562D23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61417B3-60F3-4BE3-8E8F-9CEC27ECBCDA}" type="pres">
      <dgm:prSet presAssocID="{79F64CC5-B0A0-473A-A647-A8DB6562D23B}" presName="negativeSpace" presStyleCnt="0"/>
      <dgm:spPr/>
    </dgm:pt>
    <dgm:pt modelId="{D167D85B-ED5F-4134-9F18-E6B4BAE0C614}" type="pres">
      <dgm:prSet presAssocID="{79F64CC5-B0A0-473A-A647-A8DB6562D23B}" presName="childText" presStyleLbl="conFgAcc1" presStyleIdx="0" presStyleCnt="4">
        <dgm:presLayoutVars>
          <dgm:bulletEnabled val="1"/>
        </dgm:presLayoutVars>
      </dgm:prSet>
      <dgm:spPr/>
    </dgm:pt>
    <dgm:pt modelId="{6402558A-B637-4118-8793-2FA57B2393DA}" type="pres">
      <dgm:prSet presAssocID="{981E424B-A63B-4DF7-BC97-1D5B2B7044B1}" presName="spaceBetweenRectangles" presStyleCnt="0"/>
      <dgm:spPr/>
    </dgm:pt>
    <dgm:pt modelId="{8E561E53-8519-43F2-B9E7-546C3EB01970}" type="pres">
      <dgm:prSet presAssocID="{D4AB1542-9F74-4E45-B615-57F5DFDC43EE}" presName="parentLin" presStyleCnt="0"/>
      <dgm:spPr/>
    </dgm:pt>
    <dgm:pt modelId="{3559B5A5-3E91-49F5-A868-297DBB575668}" type="pres">
      <dgm:prSet presAssocID="{D4AB1542-9F74-4E45-B615-57F5DFDC43EE}" presName="parentLeftMargin" presStyleCnt="0"/>
      <dgm:spPr/>
    </dgm:pt>
    <dgm:pt modelId="{48FABA9F-C289-434B-8864-E8FC1B5C2F60}" type="pres">
      <dgm:prSet presAssocID="{D4AB1542-9F74-4E45-B615-57F5DFDC43E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2F65D9D-7898-4EE1-ADBC-A6F5139DEC13}" type="pres">
      <dgm:prSet presAssocID="{D4AB1542-9F74-4E45-B615-57F5DFDC43EE}" presName="negativeSpace" presStyleCnt="0"/>
      <dgm:spPr/>
    </dgm:pt>
    <dgm:pt modelId="{6B4B0D2A-F76A-4881-A678-1599A9C1764F}" type="pres">
      <dgm:prSet presAssocID="{D4AB1542-9F74-4E45-B615-57F5DFDC43EE}" presName="childText" presStyleLbl="conFgAcc1" presStyleIdx="1" presStyleCnt="4">
        <dgm:presLayoutVars>
          <dgm:bulletEnabled val="1"/>
        </dgm:presLayoutVars>
      </dgm:prSet>
      <dgm:spPr/>
    </dgm:pt>
    <dgm:pt modelId="{4CCA9E30-BEB2-4B5D-BA10-E5FCB43776E3}" type="pres">
      <dgm:prSet presAssocID="{69748832-ECC5-4F63-A6AC-8504A7E906B9}" presName="spaceBetweenRectangles" presStyleCnt="0"/>
      <dgm:spPr/>
    </dgm:pt>
    <dgm:pt modelId="{E366F1EF-FE80-457B-9C6A-8A0AC673FB1B}" type="pres">
      <dgm:prSet presAssocID="{E484A0DB-ADE2-41BB-B1F9-A397557174FE}" presName="parentLin" presStyleCnt="0"/>
      <dgm:spPr/>
    </dgm:pt>
    <dgm:pt modelId="{06AA40BB-9886-4B46-8ECB-F4B42996D2E4}" type="pres">
      <dgm:prSet presAssocID="{E484A0DB-ADE2-41BB-B1F9-A397557174FE}" presName="parentLeftMargin" presStyleCnt="0"/>
      <dgm:spPr/>
    </dgm:pt>
    <dgm:pt modelId="{E2F3FA2F-E1C7-4C05-8B05-C32B42A9A930}" type="pres">
      <dgm:prSet presAssocID="{E484A0DB-ADE2-41BB-B1F9-A397557174F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36A5161-621C-488B-95ED-161DD8C18700}" type="pres">
      <dgm:prSet presAssocID="{E484A0DB-ADE2-41BB-B1F9-A397557174FE}" presName="negativeSpace" presStyleCnt="0"/>
      <dgm:spPr/>
    </dgm:pt>
    <dgm:pt modelId="{F2D507D6-5CB7-4C81-896F-18FAF0126329}" type="pres">
      <dgm:prSet presAssocID="{E484A0DB-ADE2-41BB-B1F9-A397557174FE}" presName="childText" presStyleLbl="conFgAcc1" presStyleIdx="2" presStyleCnt="4">
        <dgm:presLayoutVars>
          <dgm:bulletEnabled val="1"/>
        </dgm:presLayoutVars>
      </dgm:prSet>
      <dgm:spPr/>
    </dgm:pt>
    <dgm:pt modelId="{6DD7C0A3-6065-48F6-BFA8-0938A03D3FA7}" type="pres">
      <dgm:prSet presAssocID="{FC59B45A-A616-4E16-B98F-7EBC1D5DDF85}" presName="spaceBetweenRectangles" presStyleCnt="0"/>
      <dgm:spPr/>
    </dgm:pt>
    <dgm:pt modelId="{1193A41E-A96A-4AAC-BAED-D246B4576A79}" type="pres">
      <dgm:prSet presAssocID="{4072B2AA-FBBD-44F6-956A-C9F7405C7F89}" presName="parentLin" presStyleCnt="0"/>
      <dgm:spPr/>
    </dgm:pt>
    <dgm:pt modelId="{A7317FAE-C250-43EE-8760-965F2B63D7A5}" type="pres">
      <dgm:prSet presAssocID="{4072B2AA-FBBD-44F6-956A-C9F7405C7F89}" presName="parentLeftMargin" presStyleCnt="0"/>
      <dgm:spPr/>
    </dgm:pt>
    <dgm:pt modelId="{6CB303E5-DFAB-4DE4-AA3A-7DF49FB81108}" type="pres">
      <dgm:prSet presAssocID="{4072B2AA-FBBD-44F6-956A-C9F7405C7F8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CCC2CDB-B71C-4D06-B773-EF3410A95986}" type="pres">
      <dgm:prSet presAssocID="{4072B2AA-FBBD-44F6-956A-C9F7405C7F89}" presName="negativeSpace" presStyleCnt="0"/>
      <dgm:spPr/>
    </dgm:pt>
    <dgm:pt modelId="{1A1EDB9C-2F18-4679-9564-EE6528AFC3CC}" type="pres">
      <dgm:prSet presAssocID="{4072B2AA-FBBD-44F6-956A-C9F7405C7F8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F96F08B-F7D7-4F70-9835-25EC2A79D2EF}" srcId="{501C80C4-3C37-4B06-AC2A-25F05322FDE0}" destId="{79F64CC5-B0A0-473A-A647-A8DB6562D23B}" srcOrd="0" destOrd="0" parTransId="{702F6268-E14C-45D5-8115-297DAA4B759C}" sibTransId="{981E424B-A63B-4DF7-BC97-1D5B2B7044B1}"/>
    <dgm:cxn modelId="{4D9704A9-A2F6-475C-AE52-DEFC5189DE51}" srcId="{501C80C4-3C37-4B06-AC2A-25F05322FDE0}" destId="{D4AB1542-9F74-4E45-B615-57F5DFDC43EE}" srcOrd="1" destOrd="0" parTransId="{DCA1BD93-FD98-4A06-8ECE-28E6935BECED}" sibTransId="{69748832-ECC5-4F63-A6AC-8504A7E906B9}"/>
    <dgm:cxn modelId="{19537A03-CE74-44A7-89DC-F3EB2162B882}" srcId="{501C80C4-3C37-4B06-AC2A-25F05322FDE0}" destId="{E484A0DB-ADE2-41BB-B1F9-A397557174FE}" srcOrd="2" destOrd="0" parTransId="{0D3844BD-A934-4ADF-8CEC-4B7101CACCC9}" sibTransId="{FC59B45A-A616-4E16-B98F-7EBC1D5DDF85}"/>
    <dgm:cxn modelId="{1E0AFF4A-B2C6-4269-8951-F00D23F060B4}" srcId="{501C80C4-3C37-4B06-AC2A-25F05322FDE0}" destId="{4072B2AA-FBBD-44F6-956A-C9F7405C7F89}" srcOrd="3" destOrd="0" parTransId="{FD977810-B618-442F-8FCC-F462713BBEC1}" sibTransId="{3F5FA013-7DF0-4730-A45D-AD24DC0F9873}"/>
    <dgm:cxn modelId="{D97A1017-4471-458F-AD9F-555FEBD1AF14}" type="presOf" srcId="{501C80C4-3C37-4B06-AC2A-25F05322FDE0}" destId="{EE3CB678-3AF3-48EB-A9A3-4C9B3B638DF4}" srcOrd="0" destOrd="0" presId="urn:microsoft.com/office/officeart/2005/8/layout/list1"/>
    <dgm:cxn modelId="{48270301-A929-4F44-8C7A-15BAB2F57C5A}" type="presParOf" srcId="{EE3CB678-3AF3-48EB-A9A3-4C9B3B638DF4}" destId="{A787D67B-DDA1-4988-8415-DCD48FC3EA83}" srcOrd="0" destOrd="0" presId="urn:microsoft.com/office/officeart/2005/8/layout/list1"/>
    <dgm:cxn modelId="{A192C066-91BA-4F16-BC02-26260977D083}" type="presParOf" srcId="{A787D67B-DDA1-4988-8415-DCD48FC3EA83}" destId="{0797CEA2-9F9D-4159-A8DC-2F0D60611F3B}" srcOrd="0" destOrd="0" presId="urn:microsoft.com/office/officeart/2005/8/layout/list1"/>
    <dgm:cxn modelId="{2DFAACDC-7D9A-4705-852B-0500B227F44B}" type="presOf" srcId="{79F64CC5-B0A0-473A-A647-A8DB6562D23B}" destId="{0797CEA2-9F9D-4159-A8DC-2F0D60611F3B}" srcOrd="0" destOrd="0" presId="urn:microsoft.com/office/officeart/2005/8/layout/list1"/>
    <dgm:cxn modelId="{276F492B-6FB8-4B02-94F4-197CE917C4A7}" type="presParOf" srcId="{A787D67B-DDA1-4988-8415-DCD48FC3EA83}" destId="{2968AA41-C1D3-4EDF-9DB3-378F66B2FD39}" srcOrd="1" destOrd="0" presId="urn:microsoft.com/office/officeart/2005/8/layout/list1"/>
    <dgm:cxn modelId="{9158FB01-B42F-409C-8AAA-2274DDE98BC0}" type="presOf" srcId="{79F64CC5-B0A0-473A-A647-A8DB6562D23B}" destId="{2968AA41-C1D3-4EDF-9DB3-378F66B2FD39}" srcOrd="0" destOrd="0" presId="urn:microsoft.com/office/officeart/2005/8/layout/list1"/>
    <dgm:cxn modelId="{8C3477B8-6CC7-44AC-81D6-D92861D6CD61}" type="presParOf" srcId="{EE3CB678-3AF3-48EB-A9A3-4C9B3B638DF4}" destId="{D61417B3-60F3-4BE3-8E8F-9CEC27ECBCDA}" srcOrd="1" destOrd="0" presId="urn:microsoft.com/office/officeart/2005/8/layout/list1"/>
    <dgm:cxn modelId="{5C1EA969-25D1-4BE0-B97E-DEC0C126935D}" type="presParOf" srcId="{EE3CB678-3AF3-48EB-A9A3-4C9B3B638DF4}" destId="{D167D85B-ED5F-4134-9F18-E6B4BAE0C614}" srcOrd="2" destOrd="0" presId="urn:microsoft.com/office/officeart/2005/8/layout/list1"/>
    <dgm:cxn modelId="{0C67EF61-6CE3-49DD-8EEA-D0340EBF6038}" type="presParOf" srcId="{EE3CB678-3AF3-48EB-A9A3-4C9B3B638DF4}" destId="{6402558A-B637-4118-8793-2FA57B2393DA}" srcOrd="3" destOrd="0" presId="urn:microsoft.com/office/officeart/2005/8/layout/list1"/>
    <dgm:cxn modelId="{55C83AFF-2755-4EA9-9DCA-23403C9611E6}" type="presParOf" srcId="{EE3CB678-3AF3-48EB-A9A3-4C9B3B638DF4}" destId="{8E561E53-8519-43F2-B9E7-546C3EB01970}" srcOrd="4" destOrd="0" presId="urn:microsoft.com/office/officeart/2005/8/layout/list1"/>
    <dgm:cxn modelId="{D5064E8F-31F7-4EEF-BD91-A8D1D9B91403}" type="presParOf" srcId="{8E561E53-8519-43F2-B9E7-546C3EB01970}" destId="{3559B5A5-3E91-49F5-A868-297DBB575668}" srcOrd="0" destOrd="4" presId="urn:microsoft.com/office/officeart/2005/8/layout/list1"/>
    <dgm:cxn modelId="{4C7F1A21-7965-4957-B78C-A3E1138890FB}" type="presOf" srcId="{D4AB1542-9F74-4E45-B615-57F5DFDC43EE}" destId="{3559B5A5-3E91-49F5-A868-297DBB575668}" srcOrd="0" destOrd="0" presId="urn:microsoft.com/office/officeart/2005/8/layout/list1"/>
    <dgm:cxn modelId="{0C750FF5-7EC5-4A90-8D12-344BB4CB1278}" type="presParOf" srcId="{8E561E53-8519-43F2-B9E7-546C3EB01970}" destId="{48FABA9F-C289-434B-8864-E8FC1B5C2F60}" srcOrd="1" destOrd="4" presId="urn:microsoft.com/office/officeart/2005/8/layout/list1"/>
    <dgm:cxn modelId="{A4F94B85-BA44-4F2B-AB66-48454BD67127}" type="presOf" srcId="{D4AB1542-9F74-4E45-B615-57F5DFDC43EE}" destId="{48FABA9F-C289-434B-8864-E8FC1B5C2F60}" srcOrd="0" destOrd="0" presId="urn:microsoft.com/office/officeart/2005/8/layout/list1"/>
    <dgm:cxn modelId="{F15D89B0-0DD3-4ADB-85B2-9A504F3BC970}" type="presParOf" srcId="{EE3CB678-3AF3-48EB-A9A3-4C9B3B638DF4}" destId="{72F65D9D-7898-4EE1-ADBC-A6F5139DEC13}" srcOrd="5" destOrd="0" presId="urn:microsoft.com/office/officeart/2005/8/layout/list1"/>
    <dgm:cxn modelId="{2A8D08DF-D3D6-4A83-8814-C6DA08613A45}" type="presParOf" srcId="{EE3CB678-3AF3-48EB-A9A3-4C9B3B638DF4}" destId="{6B4B0D2A-F76A-4881-A678-1599A9C1764F}" srcOrd="6" destOrd="0" presId="urn:microsoft.com/office/officeart/2005/8/layout/list1"/>
    <dgm:cxn modelId="{2933034C-2FA1-467E-8743-5EFFE1B87ED0}" type="presParOf" srcId="{EE3CB678-3AF3-48EB-A9A3-4C9B3B638DF4}" destId="{4CCA9E30-BEB2-4B5D-BA10-E5FCB43776E3}" srcOrd="7" destOrd="0" presId="urn:microsoft.com/office/officeart/2005/8/layout/list1"/>
    <dgm:cxn modelId="{3E9F2139-A688-4E67-BA4F-8E63CF638049}" type="presParOf" srcId="{EE3CB678-3AF3-48EB-A9A3-4C9B3B638DF4}" destId="{E366F1EF-FE80-457B-9C6A-8A0AC673FB1B}" srcOrd="8" destOrd="0" presId="urn:microsoft.com/office/officeart/2005/8/layout/list1"/>
    <dgm:cxn modelId="{C364D924-EC30-411D-BCEC-72E616D2028E}" type="presParOf" srcId="{E366F1EF-FE80-457B-9C6A-8A0AC673FB1B}" destId="{06AA40BB-9886-4B46-8ECB-F4B42996D2E4}" srcOrd="0" destOrd="8" presId="urn:microsoft.com/office/officeart/2005/8/layout/list1"/>
    <dgm:cxn modelId="{4181D3FE-76AE-43B0-8697-51BA14489221}" type="presOf" srcId="{E484A0DB-ADE2-41BB-B1F9-A397557174FE}" destId="{06AA40BB-9886-4B46-8ECB-F4B42996D2E4}" srcOrd="0" destOrd="0" presId="urn:microsoft.com/office/officeart/2005/8/layout/list1"/>
    <dgm:cxn modelId="{72665E6A-E628-416C-9EEC-5757A1DDAF45}" type="presParOf" srcId="{E366F1EF-FE80-457B-9C6A-8A0AC673FB1B}" destId="{E2F3FA2F-E1C7-4C05-8B05-C32B42A9A930}" srcOrd="1" destOrd="8" presId="urn:microsoft.com/office/officeart/2005/8/layout/list1"/>
    <dgm:cxn modelId="{9E9BC22B-CDB5-4514-8C29-76D2910E8D52}" type="presOf" srcId="{E484A0DB-ADE2-41BB-B1F9-A397557174FE}" destId="{E2F3FA2F-E1C7-4C05-8B05-C32B42A9A930}" srcOrd="0" destOrd="0" presId="urn:microsoft.com/office/officeart/2005/8/layout/list1"/>
    <dgm:cxn modelId="{76C953D3-596E-4B89-A1B0-598CB0BEEB7F}" type="presParOf" srcId="{EE3CB678-3AF3-48EB-A9A3-4C9B3B638DF4}" destId="{C36A5161-621C-488B-95ED-161DD8C18700}" srcOrd="9" destOrd="0" presId="urn:microsoft.com/office/officeart/2005/8/layout/list1"/>
    <dgm:cxn modelId="{576CA830-6FD8-4757-8827-A56438E8EE68}" type="presParOf" srcId="{EE3CB678-3AF3-48EB-A9A3-4C9B3B638DF4}" destId="{F2D507D6-5CB7-4C81-896F-18FAF0126329}" srcOrd="10" destOrd="0" presId="urn:microsoft.com/office/officeart/2005/8/layout/list1"/>
    <dgm:cxn modelId="{D391CA9E-D5CF-4EA1-8D1E-44D0F56BDAC4}" type="presParOf" srcId="{EE3CB678-3AF3-48EB-A9A3-4C9B3B638DF4}" destId="{6DD7C0A3-6065-48F6-BFA8-0938A03D3FA7}" srcOrd="11" destOrd="0" presId="urn:microsoft.com/office/officeart/2005/8/layout/list1"/>
    <dgm:cxn modelId="{FD7FFF8B-05A2-425C-8CF3-BE344F02B0B4}" type="presParOf" srcId="{EE3CB678-3AF3-48EB-A9A3-4C9B3B638DF4}" destId="{1193A41E-A96A-4AAC-BAED-D246B4576A79}" srcOrd="12" destOrd="0" presId="urn:microsoft.com/office/officeart/2005/8/layout/list1"/>
    <dgm:cxn modelId="{231D54CD-2F00-424D-9EC2-2EE452FD90EC}" type="presParOf" srcId="{1193A41E-A96A-4AAC-BAED-D246B4576A79}" destId="{A7317FAE-C250-43EE-8760-965F2B63D7A5}" srcOrd="0" destOrd="12" presId="urn:microsoft.com/office/officeart/2005/8/layout/list1"/>
    <dgm:cxn modelId="{8A0A2CF5-9E2D-4340-A0DE-4429DA124C93}" type="presOf" srcId="{4072B2AA-FBBD-44F6-956A-C9F7405C7F89}" destId="{A7317FAE-C250-43EE-8760-965F2B63D7A5}" srcOrd="0" destOrd="0" presId="urn:microsoft.com/office/officeart/2005/8/layout/list1"/>
    <dgm:cxn modelId="{FE81CABF-D7A5-401E-AB3E-B437209CF9DE}" type="presParOf" srcId="{1193A41E-A96A-4AAC-BAED-D246B4576A79}" destId="{6CB303E5-DFAB-4DE4-AA3A-7DF49FB81108}" srcOrd="1" destOrd="12" presId="urn:microsoft.com/office/officeart/2005/8/layout/list1"/>
    <dgm:cxn modelId="{E500B158-8C3A-4577-993D-F18099AB87A0}" type="presOf" srcId="{4072B2AA-FBBD-44F6-956A-C9F7405C7F89}" destId="{6CB303E5-DFAB-4DE4-AA3A-7DF49FB81108}" srcOrd="0" destOrd="0" presId="urn:microsoft.com/office/officeart/2005/8/layout/list1"/>
    <dgm:cxn modelId="{15ABFD7E-D940-4D89-B61E-71C8107D5F13}" type="presParOf" srcId="{EE3CB678-3AF3-48EB-A9A3-4C9B3B638DF4}" destId="{ACCC2CDB-B71C-4D06-B773-EF3410A95986}" srcOrd="13" destOrd="0" presId="urn:microsoft.com/office/officeart/2005/8/layout/list1"/>
    <dgm:cxn modelId="{732649D6-075F-4243-98E5-CBF73AE67318}" type="presParOf" srcId="{EE3CB678-3AF3-48EB-A9A3-4C9B3B638DF4}" destId="{1A1EDB9C-2F18-4679-9564-EE6528AFC3C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204970" cy="2597150"/>
        <a:chOff x="0" y="0"/>
        <a:chExt cx="4204970" cy="2597150"/>
      </a:xfrm>
    </dsp:grpSpPr>
    <dsp:sp modelId="{D167D85B-ED5F-4134-9F18-E6B4BAE0C614}">
      <dsp:nvSpPr>
        <dsp:cNvPr id="5" name="矩形 4"/>
        <dsp:cNvSpPr/>
      </dsp:nvSpPr>
      <dsp:spPr bwMode="white">
        <a:xfrm>
          <a:off x="0" y="337555"/>
          <a:ext cx="4204970" cy="4788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326352" tIns="395731" rIns="326352" bIns="135128" anchor="t"/>
        <a:lstStyle>
          <a:lvl1pPr algn="l">
            <a:defRPr sz="19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337555"/>
        <a:ext cx="4204970" cy="478800"/>
      </dsp:txXfrm>
    </dsp:sp>
    <dsp:sp modelId="{2968AA41-C1D3-4EDF-9DB3-378F66B2FD39}">
      <dsp:nvSpPr>
        <dsp:cNvPr id="4" name="圆角矩形 3"/>
        <dsp:cNvSpPr/>
      </dsp:nvSpPr>
      <dsp:spPr bwMode="white">
        <a:xfrm>
          <a:off x="210249" y="57115"/>
          <a:ext cx="2943479" cy="56088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1256" tIns="0" rIns="111256" bIns="0" anchor="ctr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中华千秋颂</a:t>
          </a:r>
          <a:endParaRPr lang="zh-CN" altLang="en-US"/>
        </a:p>
      </dsp:txBody>
      <dsp:txXfrm>
        <a:off x="210249" y="57115"/>
        <a:ext cx="2943479" cy="560880"/>
      </dsp:txXfrm>
    </dsp:sp>
    <dsp:sp modelId="{6B4B0D2A-F76A-4881-A678-1599A9C1764F}">
      <dsp:nvSpPr>
        <dsp:cNvPr id="8" name="矩形 7"/>
        <dsp:cNvSpPr/>
      </dsp:nvSpPr>
      <dsp:spPr bwMode="white">
        <a:xfrm>
          <a:off x="0" y="1199395"/>
          <a:ext cx="4204970" cy="4788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326352" tIns="395731" rIns="326352" bIns="135128" anchor="t"/>
        <a:lstStyle>
          <a:lvl1pPr algn="l">
            <a:defRPr sz="19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1199395"/>
        <a:ext cx="4204970" cy="478800"/>
      </dsp:txXfrm>
    </dsp:sp>
    <dsp:sp modelId="{48FABA9F-C289-434B-8864-E8FC1B5C2F60}">
      <dsp:nvSpPr>
        <dsp:cNvPr id="7" name="圆角矩形 6"/>
        <dsp:cNvSpPr/>
      </dsp:nvSpPr>
      <dsp:spPr bwMode="white">
        <a:xfrm>
          <a:off x="210249" y="918955"/>
          <a:ext cx="2943479" cy="56088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1256" tIns="0" rIns="111256" bIns="0" anchor="ctr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锻铜贴金柱</a:t>
          </a:r>
          <a:endParaRPr lang="zh-CN" altLang="en-US"/>
        </a:p>
      </dsp:txBody>
      <dsp:txXfrm>
        <a:off x="210249" y="918955"/>
        <a:ext cx="2943479" cy="560880"/>
      </dsp:txXfrm>
    </dsp:sp>
    <dsp:sp modelId="{F2D507D6-5CB7-4C81-896F-18FAF0126329}">
      <dsp:nvSpPr>
        <dsp:cNvPr id="11" name="矩形 10"/>
        <dsp:cNvSpPr/>
      </dsp:nvSpPr>
      <dsp:spPr bwMode="white">
        <a:xfrm>
          <a:off x="0" y="2061235"/>
          <a:ext cx="4204970" cy="4788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326352" tIns="395731" rIns="326352" bIns="135128" anchor="t"/>
        <a:lstStyle>
          <a:lvl1pPr algn="l">
            <a:defRPr sz="1900"/>
          </a:lvl1pPr>
          <a:lvl2pPr marL="171450" indent="-171450" algn="l">
            <a:defRPr sz="1900"/>
          </a:lvl2pPr>
          <a:lvl3pPr marL="342900" indent="-171450" algn="l">
            <a:defRPr sz="1900"/>
          </a:lvl3pPr>
          <a:lvl4pPr marL="514350" indent="-171450" algn="l">
            <a:defRPr sz="1900"/>
          </a:lvl4pPr>
          <a:lvl5pPr marL="685800" indent="-171450" algn="l">
            <a:defRPr sz="1900"/>
          </a:lvl5pPr>
          <a:lvl6pPr marL="857250" indent="-171450" algn="l">
            <a:defRPr sz="1900"/>
          </a:lvl6pPr>
          <a:lvl7pPr marL="1028700" indent="-171450" algn="l">
            <a:defRPr sz="1900"/>
          </a:lvl7pPr>
          <a:lvl8pPr marL="1200150" indent="-171450" algn="l">
            <a:defRPr sz="1900"/>
          </a:lvl8pPr>
          <a:lvl9pPr marL="1371600" indent="-171450" algn="l">
            <a:defRPr sz="19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2061235"/>
        <a:ext cx="4204970" cy="478800"/>
      </dsp:txXfrm>
    </dsp:sp>
    <dsp:sp modelId="{E2F3FA2F-E1C7-4C05-8B05-C32B42A9A930}">
      <dsp:nvSpPr>
        <dsp:cNvPr id="10" name="圆角矩形 9"/>
        <dsp:cNvSpPr/>
      </dsp:nvSpPr>
      <dsp:spPr bwMode="white">
        <a:xfrm>
          <a:off x="210249" y="1780795"/>
          <a:ext cx="2943479" cy="56088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1256" tIns="0" rIns="111256" bIns="0" anchor="ctr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世纪星空图</a:t>
          </a:r>
          <a:endParaRPr lang="zh-CN" altLang="en-US"/>
        </a:p>
      </dsp:txBody>
      <dsp:txXfrm>
        <a:off x="210249" y="1780795"/>
        <a:ext cx="2943479" cy="560880"/>
      </dsp:txXfrm>
    </dsp:sp>
    <dsp:sp modelId="{0797CEA2-9F9D-4159-A8DC-2F0D60611F3B}">
      <dsp:nvSpPr>
        <dsp:cNvPr id="3" name="矩形 2" hidden="1"/>
        <dsp:cNvSpPr/>
      </dsp:nvSpPr>
      <dsp:spPr>
        <a:xfrm>
          <a:off x="0" y="57115"/>
          <a:ext cx="210249" cy="560880"/>
        </a:xfrm>
        <a:prstGeom prst="rect">
          <a:avLst/>
        </a:prstGeom>
      </dsp:spPr>
      <dsp:txXfrm>
        <a:off x="0" y="57115"/>
        <a:ext cx="210249" cy="560880"/>
      </dsp:txXfrm>
    </dsp:sp>
    <dsp:sp modelId="{3559B5A5-3E91-49F5-A868-297DBB575668}">
      <dsp:nvSpPr>
        <dsp:cNvPr id="6" name="矩形 5" hidden="1"/>
        <dsp:cNvSpPr/>
      </dsp:nvSpPr>
      <dsp:spPr>
        <a:xfrm>
          <a:off x="0" y="918955"/>
          <a:ext cx="210249" cy="560880"/>
        </a:xfrm>
        <a:prstGeom prst="rect">
          <a:avLst/>
        </a:prstGeom>
      </dsp:spPr>
      <dsp:txXfrm>
        <a:off x="0" y="918955"/>
        <a:ext cx="210249" cy="560880"/>
      </dsp:txXfrm>
    </dsp:sp>
    <dsp:sp modelId="{06AA40BB-9886-4B46-8ECB-F4B42996D2E4}">
      <dsp:nvSpPr>
        <dsp:cNvPr id="9" name="矩形 8" hidden="1"/>
        <dsp:cNvSpPr/>
      </dsp:nvSpPr>
      <dsp:spPr>
        <a:xfrm>
          <a:off x="0" y="1780795"/>
          <a:ext cx="210249" cy="560880"/>
        </a:xfrm>
        <a:prstGeom prst="rect">
          <a:avLst/>
        </a:prstGeom>
      </dsp:spPr>
      <dsp:txXfrm>
        <a:off x="0" y="1780795"/>
        <a:ext cx="210249" cy="560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333240" cy="2887345"/>
        <a:chOff x="0" y="0"/>
        <a:chExt cx="4333240" cy="2887345"/>
      </a:xfrm>
    </dsp:grpSpPr>
    <dsp:sp modelId="{D167D85B-ED5F-4134-9F18-E6B4BAE0C614}">
      <dsp:nvSpPr>
        <dsp:cNvPr id="5" name="矩形 4"/>
        <dsp:cNvSpPr/>
      </dsp:nvSpPr>
      <dsp:spPr bwMode="white">
        <a:xfrm>
          <a:off x="0" y="271513"/>
          <a:ext cx="4333240" cy="4032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336307" tIns="333248" rIns="336307" bIns="113792" anchor="t"/>
        <a:lstStyle>
          <a:lvl1pPr algn="l">
            <a:defRPr sz="16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271513"/>
        <a:ext cx="4333240" cy="403200"/>
      </dsp:txXfrm>
    </dsp:sp>
    <dsp:sp modelId="{2968AA41-C1D3-4EDF-9DB3-378F66B2FD39}">
      <dsp:nvSpPr>
        <dsp:cNvPr id="4" name="圆角矩形 3"/>
        <dsp:cNvSpPr/>
      </dsp:nvSpPr>
      <dsp:spPr bwMode="white">
        <a:xfrm>
          <a:off x="216662" y="35352"/>
          <a:ext cx="3033268" cy="47232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4650" tIns="0" rIns="114650" bIns="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ym typeface="+mn-ea"/>
            </a:rPr>
            <a:t>主体建筑</a:t>
          </a:r>
          <a:endParaRPr lang="zh-CN" altLang="en-US"/>
        </a:p>
      </dsp:txBody>
      <dsp:txXfrm>
        <a:off x="216662" y="35352"/>
        <a:ext cx="3033268" cy="472320"/>
      </dsp:txXfrm>
    </dsp:sp>
    <dsp:sp modelId="{6B4B0D2A-F76A-4881-A678-1599A9C1764F}">
      <dsp:nvSpPr>
        <dsp:cNvPr id="8" name="矩形 7"/>
        <dsp:cNvSpPr/>
      </dsp:nvSpPr>
      <dsp:spPr bwMode="white">
        <a:xfrm>
          <a:off x="0" y="997273"/>
          <a:ext cx="4333240" cy="4032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336307" tIns="333248" rIns="336307" bIns="113792" anchor="t"/>
        <a:lstStyle>
          <a:lvl1pPr algn="l">
            <a:defRPr sz="16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997273"/>
        <a:ext cx="4333240" cy="403200"/>
      </dsp:txXfrm>
    </dsp:sp>
    <dsp:sp modelId="{48FABA9F-C289-434B-8864-E8FC1B5C2F60}">
      <dsp:nvSpPr>
        <dsp:cNvPr id="7" name="圆角矩形 6"/>
        <dsp:cNvSpPr/>
      </dsp:nvSpPr>
      <dsp:spPr bwMode="white">
        <a:xfrm>
          <a:off x="216662" y="761113"/>
          <a:ext cx="3033268" cy="47232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4650" tIns="0" rIns="114650" bIns="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圣火广场</a:t>
          </a:r>
        </a:p>
      </dsp:txBody>
      <dsp:txXfrm>
        <a:off x="216662" y="761113"/>
        <a:ext cx="3033268" cy="472320"/>
      </dsp:txXfrm>
    </dsp:sp>
    <dsp:sp modelId="{F2D507D6-5CB7-4C81-896F-18FAF0126329}">
      <dsp:nvSpPr>
        <dsp:cNvPr id="11" name="矩形 10"/>
        <dsp:cNvSpPr/>
      </dsp:nvSpPr>
      <dsp:spPr bwMode="white">
        <a:xfrm>
          <a:off x="0" y="1723033"/>
          <a:ext cx="4333240" cy="4032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336307" tIns="333248" rIns="336307" bIns="113792" anchor="t"/>
        <a:lstStyle>
          <a:lvl1pPr algn="l">
            <a:defRPr sz="16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1723033"/>
        <a:ext cx="4333240" cy="403200"/>
      </dsp:txXfrm>
    </dsp:sp>
    <dsp:sp modelId="{E2F3FA2F-E1C7-4C05-8B05-C32B42A9A930}">
      <dsp:nvSpPr>
        <dsp:cNvPr id="10" name="圆角矩形 9"/>
        <dsp:cNvSpPr/>
      </dsp:nvSpPr>
      <dsp:spPr bwMode="white">
        <a:xfrm>
          <a:off x="216662" y="1486873"/>
          <a:ext cx="3033268" cy="47232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4650" tIns="0" rIns="114650" bIns="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青铜甬道</a:t>
          </a:r>
          <a:endParaRPr lang="zh-CN" altLang="en-US"/>
        </a:p>
      </dsp:txBody>
      <dsp:txXfrm>
        <a:off x="216662" y="1486873"/>
        <a:ext cx="3033268" cy="472320"/>
      </dsp:txXfrm>
    </dsp:sp>
    <dsp:sp modelId="{1A1EDB9C-2F18-4679-9564-EE6528AFC3CC}">
      <dsp:nvSpPr>
        <dsp:cNvPr id="14" name="矩形 13"/>
        <dsp:cNvSpPr/>
      </dsp:nvSpPr>
      <dsp:spPr bwMode="white">
        <a:xfrm>
          <a:off x="0" y="2448793"/>
          <a:ext cx="4333240" cy="403200"/>
        </a:xfrm>
        <a:prstGeom prst="rect">
          <a:avLst/>
        </a:prstGeom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336307" tIns="333248" rIns="336307" bIns="113792" anchor="t"/>
        <a:lstStyle>
          <a:lvl1pPr algn="l">
            <a:defRPr sz="1600"/>
          </a:lvl1pPr>
          <a:lvl2pPr marL="171450" indent="-171450" algn="l">
            <a:defRPr sz="1600"/>
          </a:lvl2pPr>
          <a:lvl3pPr marL="342900" indent="-171450" algn="l">
            <a:defRPr sz="1600"/>
          </a:lvl3pPr>
          <a:lvl4pPr marL="514350" indent="-171450" algn="l">
            <a:defRPr sz="1600"/>
          </a:lvl4pPr>
          <a:lvl5pPr marL="685800" indent="-171450" algn="l">
            <a:defRPr sz="1600"/>
          </a:lvl5pPr>
          <a:lvl6pPr marL="857250" indent="-171450" algn="l">
            <a:defRPr sz="1600"/>
          </a:lvl6pPr>
          <a:lvl7pPr marL="1028700" indent="-171450" algn="l">
            <a:defRPr sz="1600"/>
          </a:lvl7pPr>
          <a:lvl8pPr marL="1200150" indent="-171450" algn="l">
            <a:defRPr sz="1600"/>
          </a:lvl8pPr>
          <a:lvl9pPr marL="1371600" indent="-171450" algn="l">
            <a:defRPr sz="1600"/>
          </a:lvl9pPr>
        </a:lstStyle>
        <a:p>
          <a:endParaRPr>
            <a:solidFill>
              <a:schemeClr val="dk1"/>
            </a:solidFill>
          </a:endParaRPr>
        </a:p>
      </dsp:txBody>
      <dsp:txXfrm>
        <a:off x="0" y="2448793"/>
        <a:ext cx="4333240" cy="403200"/>
      </dsp:txXfrm>
    </dsp:sp>
    <dsp:sp modelId="{6CB303E5-DFAB-4DE4-AA3A-7DF49FB81108}">
      <dsp:nvSpPr>
        <dsp:cNvPr id="13" name="圆角矩形 12"/>
        <dsp:cNvSpPr/>
      </dsp:nvSpPr>
      <dsp:spPr bwMode="white">
        <a:xfrm>
          <a:off x="216662" y="2212633"/>
          <a:ext cx="3033268" cy="472320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vert="horz" wrap="square" lIns="114650" tIns="0" rIns="114650" bIns="0" anchor="ctr"/>
        <a:lstStyle>
          <a:lvl1pPr algn="l">
            <a:defRPr sz="1600"/>
          </a:lvl1pPr>
          <a:lvl2pPr marL="114300" indent="-114300" algn="l">
            <a:defRPr sz="1200"/>
          </a:lvl2pPr>
          <a:lvl3pPr marL="228600" indent="-114300" algn="l">
            <a:defRPr sz="1200"/>
          </a:lvl3pPr>
          <a:lvl4pPr marL="342900" indent="-114300" algn="l">
            <a:defRPr sz="1200"/>
          </a:lvl4pPr>
          <a:lvl5pPr marL="457200" indent="-114300" algn="l">
            <a:defRPr sz="1200"/>
          </a:lvl5pPr>
          <a:lvl6pPr marL="571500" indent="-114300" algn="l">
            <a:defRPr sz="1200"/>
          </a:lvl6pPr>
          <a:lvl7pPr marL="685800" indent="-114300" algn="l">
            <a:defRPr sz="1200"/>
          </a:lvl7pPr>
          <a:lvl8pPr marL="800100" indent="-114300" algn="l">
            <a:defRPr sz="1200"/>
          </a:lvl8pPr>
          <a:lvl9pPr marL="914400" indent="-114300" algn="l">
            <a:defRPr sz="12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中华故土地图</a:t>
          </a:r>
        </a:p>
      </dsp:txBody>
      <dsp:txXfrm>
        <a:off x="216662" y="2212633"/>
        <a:ext cx="3033268" cy="472320"/>
      </dsp:txXfrm>
    </dsp:sp>
    <dsp:sp modelId="{0797CEA2-9F9D-4159-A8DC-2F0D60611F3B}">
      <dsp:nvSpPr>
        <dsp:cNvPr id="3" name="矩形 2" hidden="1"/>
        <dsp:cNvSpPr/>
      </dsp:nvSpPr>
      <dsp:spPr>
        <a:xfrm>
          <a:off x="0" y="35352"/>
          <a:ext cx="216662" cy="472320"/>
        </a:xfrm>
        <a:prstGeom prst="rect">
          <a:avLst/>
        </a:prstGeom>
      </dsp:spPr>
      <dsp:txXfrm>
        <a:off x="0" y="35352"/>
        <a:ext cx="216662" cy="472320"/>
      </dsp:txXfrm>
    </dsp:sp>
    <dsp:sp modelId="{3559B5A5-3E91-49F5-A868-297DBB575668}">
      <dsp:nvSpPr>
        <dsp:cNvPr id="6" name="矩形 5" hidden="1"/>
        <dsp:cNvSpPr/>
      </dsp:nvSpPr>
      <dsp:spPr>
        <a:xfrm>
          <a:off x="0" y="761113"/>
          <a:ext cx="216662" cy="472320"/>
        </a:xfrm>
        <a:prstGeom prst="rect">
          <a:avLst/>
        </a:prstGeom>
      </dsp:spPr>
      <dsp:txXfrm>
        <a:off x="0" y="761113"/>
        <a:ext cx="216662" cy="472320"/>
      </dsp:txXfrm>
    </dsp:sp>
    <dsp:sp modelId="{06AA40BB-9886-4B46-8ECB-F4B42996D2E4}">
      <dsp:nvSpPr>
        <dsp:cNvPr id="9" name="矩形 8" hidden="1"/>
        <dsp:cNvSpPr/>
      </dsp:nvSpPr>
      <dsp:spPr>
        <a:xfrm>
          <a:off x="0" y="1486873"/>
          <a:ext cx="216662" cy="472320"/>
        </a:xfrm>
        <a:prstGeom prst="rect">
          <a:avLst/>
        </a:prstGeom>
      </dsp:spPr>
      <dsp:txXfrm>
        <a:off x="0" y="1486873"/>
        <a:ext cx="216662" cy="472320"/>
      </dsp:txXfrm>
    </dsp:sp>
    <dsp:sp modelId="{A7317FAE-C250-43EE-8760-965F2B63D7A5}">
      <dsp:nvSpPr>
        <dsp:cNvPr id="12" name="矩形 11" hidden="1"/>
        <dsp:cNvSpPr/>
      </dsp:nvSpPr>
      <dsp:spPr>
        <a:xfrm>
          <a:off x="0" y="2212633"/>
          <a:ext cx="216662" cy="472320"/>
        </a:xfrm>
        <a:prstGeom prst="rect">
          <a:avLst/>
        </a:prstGeom>
      </dsp:spPr>
      <dsp:txXfrm>
        <a:off x="0" y="2212633"/>
        <a:ext cx="216662" cy="472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918" y="914400"/>
            <a:ext cx="9800165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918" y="3560400"/>
            <a:ext cx="9800165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00"/>
            <a:ext cx="1097028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60" y="1490400"/>
            <a:ext cx="1097028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996" y="3848400"/>
            <a:ext cx="7769565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996" y="4615200"/>
            <a:ext cx="7769565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00"/>
            <a:ext cx="1097028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60" y="1501200"/>
            <a:ext cx="517731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2231" y="1501200"/>
            <a:ext cx="517731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Autofit/>
          </a:bodyPr>
          <a:lstStyle>
            <a:lvl1pPr>
              <a:defRPr sz="1400" i="1"/>
            </a:lvl1pPr>
          </a:lstStyle>
          <a:p>
            <a:r>
              <a:rPr lang="zh-CN" altLang="en-US" smtClean="0"/>
              <a:t>2021年2月10日</a:t>
            </a:r>
            <a:endParaRPr lang="zh-CN" altLang="en-US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8474" y="6314400"/>
            <a:ext cx="2700266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00"/>
            <a:ext cx="1097028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60" y="1429200"/>
            <a:ext cx="5342926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60" y="1854000"/>
            <a:ext cx="5342926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364" y="1421729"/>
            <a:ext cx="5342926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364" y="1854000"/>
            <a:ext cx="5342926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00"/>
            <a:ext cx="1097028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90" y="1555115"/>
            <a:ext cx="5233550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1025" y="1555200"/>
            <a:ext cx="5227715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2021年2月10日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5808" y="914400"/>
            <a:ext cx="1044103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90" y="914400"/>
            <a:ext cx="9170103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60" y="774000"/>
            <a:ext cx="1097388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918" y="2484000"/>
            <a:ext cx="9800165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918" y="3560400"/>
            <a:ext cx="9800165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2.xml"/><Relationship Id="rId18" Type="http://schemas.openxmlformats.org/officeDocument/2006/relationships/image" Target="../media/image2.jpeg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>
            <a:alphaModFix amt="60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60" y="608400"/>
            <a:ext cx="1097028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60" y="1490400"/>
            <a:ext cx="1097028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60" y="6314400"/>
            <a:ext cx="2700266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400" i="1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2021年2月10日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405" y="6314400"/>
            <a:ext cx="396039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8474" y="6314400"/>
            <a:ext cx="2700266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4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080993" y="612000"/>
            <a:ext cx="1576543" cy="671513"/>
          </a:xfrm>
          <a:prstGeom prst="rect">
            <a:avLst/>
          </a:prstGeom>
        </p:spPr>
      </p:pic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6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2.xml"/><Relationship Id="rId8" Type="http://schemas.openxmlformats.org/officeDocument/2006/relationships/diagramQuickStyle" Target="../diagrams/quickStyle2.xml"/><Relationship Id="rId7" Type="http://schemas.openxmlformats.org/officeDocument/2006/relationships/diagramLayout" Target="../diagrams/layout2.xml"/><Relationship Id="rId6" Type="http://schemas.openxmlformats.org/officeDocument/2006/relationships/diagramData" Target="../diagrams/data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2" Type="http://schemas.openxmlformats.org/officeDocument/2006/relationships/slideLayout" Target="../slideLayouts/slideLayout5.xml"/><Relationship Id="rId11" Type="http://schemas.openxmlformats.org/officeDocument/2006/relationships/tags" Target="../tags/tag68.xml"/><Relationship Id="rId10" Type="http://schemas.microsoft.com/office/2007/relationships/diagramDrawing" Target="../diagrams/drawing2.xml"/><Relationship Id="rId1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69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73.xml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75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76.xml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79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 sz="4000">
                <a:ea typeface="隶书" panose="02010509060101010101" charset="-122"/>
              </a:rPr>
              <a:t>中 华 世 纪 坛</a:t>
            </a:r>
            <a:endParaRPr lang="zh-CN" altLang="zh-CN" sz="4000">
              <a:ea typeface="隶书" panose="020105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zh-CN" sz="2000">
                <a:ea typeface="幼圆" panose="02010509060101010101" charset="-122"/>
                <a:sym typeface="+mn-ea"/>
              </a:rPr>
              <a:t>The China Millennium Monument</a:t>
            </a:r>
            <a:endParaRPr lang="zh-CN" altLang="zh-CN" sz="2000">
              <a:ea typeface="幼圆" panose="02010509060101010101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4000">
                <a:ea typeface="隶书" panose="02010509060101010101" charset="-122"/>
              </a:rPr>
              <a:t>概述</a:t>
            </a:r>
            <a:endParaRPr lang="zh-CN" altLang="en-US" sz="4000">
              <a:ea typeface="隶书" panose="020105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zh-CN" altLang="en-US" sz="2000">
                <a:ea typeface="幼圆" panose="02010509060101010101" charset="-122"/>
              </a:rPr>
              <a:t>中华世纪坛是中国人民迎接新千年、新世纪的标志性纪念建筑，是传统文化与现代设计艺术的巧妙结合的大型人文景观。它不仅是千年交替的永恒纪念，还是国内外文化、艺术、科技交流展示中心和爱国主义教育基地。</a:t>
            </a:r>
            <a:endParaRPr lang="zh-CN" altLang="en-US" sz="2000">
              <a:ea typeface="幼圆" panose="02010509060101010101" charset="-122"/>
            </a:endParaRPr>
          </a:p>
          <a:p>
            <a:endParaRPr lang="zh-CN" altLang="en-US" sz="2000">
              <a:ea typeface="幼圆" panose="02010509060101010101" charset="-122"/>
            </a:endParaRPr>
          </a:p>
          <a:p>
            <a:endParaRPr lang="zh-CN" altLang="en-US" sz="2000">
              <a:ea typeface="幼圆" panose="02010509060101010101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zh-CN" altLang="en-US" sz="2000">
                <a:ea typeface="幼圆" panose="02010509060101010101" charset="-122"/>
                <a:sym typeface="+mn-ea"/>
              </a:rPr>
              <a:t>中华世纪坛在工程建造上体现了“中和”、“和谐”的审美原则，在总体艺术设计上体现了以“水”为脉，以“石”为魂的理念，以诗意化的凝练语言和中国艺术大写意的手法深化意境，昭示中华民族特有的宇宙观和美学精神。</a:t>
            </a:r>
            <a:endParaRPr lang="zh-CN" altLang="en-US" sz="2000">
              <a:ea typeface="幼圆" panose="02010509060101010101" charset="-122"/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4000">
                <a:ea typeface="隶书" panose="02010509060101010101" charset="-122"/>
              </a:rPr>
              <a:t>概述</a:t>
            </a:r>
            <a:endParaRPr lang="zh-CN" altLang="en-US" sz="4000">
              <a:ea typeface="隶书" panose="020105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sz="2000">
                <a:ea typeface="幼圆" panose="02010509060101010101" charset="-122"/>
                <a:sym typeface="+mn-ea"/>
              </a:rPr>
              <a:t>中华世纪坛坐落在北京西长安街延长线上中国革命军事博物馆西侧，北侧是玉渊潭公园，南与北京西客站相望。</a:t>
            </a:r>
            <a:endParaRPr sz="2000">
              <a:ea typeface="幼圆" panose="02010509060101010101" charset="-122"/>
              <a:sym typeface="+mn-ea"/>
            </a:endParaRPr>
          </a:p>
          <a:p>
            <a:r>
              <a:rPr sz="2000">
                <a:ea typeface="幼圆" panose="02010509060101010101" charset="-122"/>
                <a:sym typeface="+mn-ea"/>
              </a:rPr>
              <a:t>中华世纪坛坐北朝南，占地4.5公顷，总建筑面积3.5万平方米，由主体结构、青铜甬道、圣火广场、世纪大厅等组成。</a:t>
            </a:r>
            <a:endParaRPr sz="2000">
              <a:ea typeface="幼圆" panose="02010509060101010101" charset="-122"/>
              <a:sym typeface="+mn-ea"/>
            </a:endParaRPr>
          </a:p>
          <a:p>
            <a:endParaRPr sz="2000">
              <a:ea typeface="幼圆" panose="02010509060101010101" charset="-122"/>
              <a:sym typeface="+mn-ea"/>
            </a:endParaRPr>
          </a:p>
          <a:p>
            <a:endParaRPr lang="zh-CN" altLang="en-US" sz="2000">
              <a:ea typeface="幼圆" panose="02010509060101010101" charset="-122"/>
            </a:endParaRPr>
          </a:p>
        </p:txBody>
      </p:sp>
      <p:pic>
        <p:nvPicPr>
          <p:cNvPr id="6" name="内容占位符 5" descr="世纪坛（全景）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412195" y="1524000"/>
            <a:ext cx="5176520" cy="470154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z="4000">
                <a:ea typeface="隶书" panose="02010509060101010101" charset="-122"/>
              </a:rPr>
              <a:t>内容提纲</a:t>
            </a:r>
            <a:endParaRPr sz="4000">
              <a:ea typeface="隶书" panose="02010509060101010101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zh-CN" altLang="en-US">
                <a:ea typeface="幼圆" panose="02010509060101010101" charset="-122"/>
                <a:sym typeface="+mn-ea"/>
                <a:hlinkClick r:id="" tooltip="" action="ppaction://customshow?id=0&amp;return=true"/>
              </a:rPr>
              <a:t>第一部分 中华世纪坛外景</a:t>
            </a:r>
            <a:endParaRPr lang="zh-CN" altLang="en-US">
              <a:ea typeface="幼圆" panose="02010509060101010101" charset="-122"/>
              <a:sym typeface="+mn-ea"/>
              <a:hlinkClick r:id="" tooltip="" action="ppaction://customshow?id=0&amp;return=true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>
          <a:xfrm>
            <a:off x="4422810" y="5940225"/>
            <a:ext cx="5342400" cy="4395600"/>
          </a:xfrm>
        </p:spPr>
        <p:txBody>
          <a:bodyPr>
            <a:normAutofit/>
          </a:bodyPr>
          <a:p>
            <a:endParaRPr lang="zh-CN" altLang="en-US" sz="2000">
              <a:ea typeface="幼圆" panose="02010509060101010101" charset="-122"/>
            </a:endParaRPr>
          </a:p>
          <a:p>
            <a:endParaRPr lang="zh-CN" altLang="en-US" sz="2000">
              <a:ea typeface="幼圆" panose="02010509060101010101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/>
        <p:txBody>
          <a:bodyPr>
            <a:noAutofit/>
          </a:bodyPr>
          <a:p>
            <a:r>
              <a:rPr>
                <a:ea typeface="幼圆" panose="02010509060101010101" charset="-122"/>
                <a:sym typeface="+mn-ea"/>
                <a:hlinkClick r:id="" tooltip="" action="ppaction://customshow?id=1"/>
              </a:rPr>
              <a:t>第二部分 世纪大厅</a:t>
            </a:r>
            <a:endParaRPr lang="zh-CN" altLang="en-US">
              <a:ea typeface="幼圆" panose="02010509060101010101" charset="-122"/>
              <a:sym typeface="+mn-ea"/>
              <a:hlinkClick r:id="" tooltip="" action="ppaction://customshow?id=1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/>
        <p:txBody>
          <a:bodyPr/>
          <a:p>
            <a:pPr lvl="0"/>
            <a:endParaRPr lang="zh-CN" altLang="en-US" sz="2000">
              <a:ea typeface="幼圆" panose="02010509060101010101" charset="-122"/>
            </a:endParaRPr>
          </a:p>
          <a:p>
            <a:pPr lvl="0"/>
            <a:endParaRPr lang="zh-CN" altLang="en-US" sz="2000">
              <a:ea typeface="幼圆" panose="02010509060101010101" charset="-122"/>
              <a:sym typeface="+mn-ea"/>
            </a:endParaRPr>
          </a:p>
          <a:p>
            <a:endParaRPr lang="zh-CN" altLang="en-US" sz="2000">
              <a:ea typeface="幼圆" panose="02010509060101010101" charset="-122"/>
            </a:endParaRPr>
          </a:p>
          <a:p>
            <a:endParaRPr lang="zh-CN" altLang="en-US" sz="2000">
              <a:ea typeface="幼圆" panose="02010509060101010101" charset="-122"/>
              <a:sym typeface="+mn-ea"/>
            </a:endParaRPr>
          </a:p>
        </p:txBody>
      </p:sp>
      <p:graphicFrame>
        <p:nvGraphicFramePr>
          <p:cNvPr id="7" name="图示 6"/>
          <p:cNvGraphicFramePr/>
          <p:nvPr/>
        </p:nvGraphicFramePr>
        <p:xfrm>
          <a:off x="6435055" y="2130425"/>
          <a:ext cx="4204970" cy="2597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8" name="图示 7"/>
          <p:cNvGraphicFramePr/>
          <p:nvPr/>
        </p:nvGraphicFramePr>
        <p:xfrm>
          <a:off x="608930" y="2130425"/>
          <a:ext cx="4333240" cy="28873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9" name="日期占位符 8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4000">
                <a:ea typeface="隶书" panose="02010509060101010101" charset="-122"/>
              </a:rPr>
              <a:t>主体建筑</a:t>
            </a:r>
            <a:endParaRPr lang="zh-CN" altLang="en-US" sz="4000">
              <a:ea typeface="隶书" panose="020105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zh-CN" altLang="en-US" sz="2000">
                <a:ea typeface="幼圆" panose="02010509060101010101" charset="-122"/>
              </a:rPr>
              <a:t>中华世纪坛主体建筑直径85米，高28米，由静止的回廊与可旋转的坛面组成。</a:t>
            </a:r>
            <a:endParaRPr lang="zh-CN" altLang="en-US" sz="2000">
              <a:ea typeface="幼圆" panose="02010509060101010101" charset="-122"/>
            </a:endParaRPr>
          </a:p>
          <a:p>
            <a:r>
              <a:rPr lang="zh-CN" altLang="en-US" sz="2000">
                <a:ea typeface="幼圆" panose="02010509060101010101" charset="-122"/>
              </a:rPr>
              <a:t>回廊与坛面寓意着中国古老“乾坤”的哲学思想，这就是“周易”中所说的：“天行健君子以自强不息，地势坤，君子以厚德载物。</a:t>
            </a:r>
            <a:endParaRPr lang="zh-CN" altLang="en-US" sz="2000">
              <a:ea typeface="幼圆" panose="02010509060101010101" charset="-122"/>
            </a:endParaRPr>
          </a:p>
        </p:txBody>
      </p:sp>
      <p:pic>
        <p:nvPicPr>
          <p:cNvPr id="5" name="内容占位符 4" descr="世纪坛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895305" y="1780540"/>
            <a:ext cx="5682730" cy="373713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z="4000">
                <a:ea typeface="隶书" panose="02010509060101010101" charset="-122"/>
                <a:sym typeface="+mn-ea"/>
              </a:rPr>
              <a:t>旋转体</a:t>
            </a:r>
            <a:endParaRPr sz="4000">
              <a:ea typeface="隶书" panose="020105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 sz="2000">
                <a:ea typeface="幼圆" panose="02010509060101010101" charset="-122"/>
              </a:rPr>
              <a:t>“乾”，指天体永恒运动的，从不停息。寓意努力向上，自强不息，不断进取之意。</a:t>
            </a:r>
            <a:endParaRPr lang="zh-CN" altLang="en-US" sz="2000">
              <a:ea typeface="幼圆" panose="02010509060101010101" charset="-122"/>
            </a:endParaRPr>
          </a:p>
          <a:p>
            <a:r>
              <a:rPr lang="zh-CN" altLang="en-US" sz="2000">
                <a:ea typeface="幼圆" panose="02010509060101010101" charset="-122"/>
              </a:rPr>
              <a:t>乾体为坛体上部转动的部分，其斜面直径为47米，呈19.4度倾斜向上，每转动一周的时间可在3～55小时的范围内任意控制。</a:t>
            </a:r>
            <a:endParaRPr lang="zh-CN" altLang="en-US" sz="2000">
              <a:ea typeface="幼圆" panose="02010509060101010101" charset="-122"/>
            </a:endParaRPr>
          </a:p>
          <a:p>
            <a:r>
              <a:rPr lang="zh-CN" altLang="en-US" sz="2000">
                <a:ea typeface="幼圆" panose="02010509060101010101" charset="-122"/>
              </a:rPr>
              <a:t>乾体中央是一个直径14米的水平圆台，可作为文艺、歌舞、交响乐等大型露天活动、演出的中心表演台。斜面上方的台阶，可容纳千人的观众席。</a:t>
            </a:r>
            <a:endParaRPr lang="zh-CN" altLang="en-US" sz="2000">
              <a:ea typeface="幼圆" panose="02010509060101010101" charset="-122"/>
            </a:endParaRPr>
          </a:p>
          <a:p>
            <a:r>
              <a:rPr sz="2000">
                <a:ea typeface="幼圆" panose="02010509060101010101" charset="-122"/>
                <a:sym typeface="+mn-ea"/>
              </a:rPr>
              <a:t>“坤”，为大地能包容万物，兼容博大，寓以和为贵的精神。</a:t>
            </a:r>
            <a:endParaRPr lang="zh-CN" altLang="en-US" sz="2000">
              <a:ea typeface="幼圆" panose="02010509060101010101" charset="-122"/>
            </a:endParaRPr>
          </a:p>
          <a:p>
            <a:r>
              <a:rPr sz="2000">
                <a:ea typeface="幼圆" panose="02010509060101010101" charset="-122"/>
                <a:sym typeface="+mn-ea"/>
              </a:rPr>
              <a:t>坤体为坛体下部静止的部分，其外侧共17层台阶，由淡黄色花岗岩石块砌成。</a:t>
            </a:r>
            <a:endParaRPr sz="2000">
              <a:ea typeface="幼圆" panose="02010509060101010101" charset="-122"/>
              <a:sym typeface="+mn-ea"/>
            </a:endParaRPr>
          </a:p>
          <a:p>
            <a:r>
              <a:rPr sz="2000">
                <a:ea typeface="幼圆" panose="02010509060101010101" charset="-122"/>
                <a:sym typeface="+mn-ea"/>
              </a:rPr>
              <a:t>静止回廊与旋转坛面组成的旋转体，设计重量为3200吨，无论它的重量，还是旋转技术，都是空前的。</a:t>
            </a:r>
            <a:r>
              <a:rPr lang="zh-CN" altLang="en-US" sz="2000">
                <a:ea typeface="幼圆" panose="02010509060101010101" charset="-122"/>
              </a:rPr>
              <a:t>，</a:t>
            </a:r>
            <a:endParaRPr lang="zh-CN" altLang="en-US" sz="2000">
              <a:ea typeface="幼圆" panose="0201050906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z="4000">
                <a:ea typeface="隶书" panose="02010509060101010101" charset="-122"/>
                <a:sym typeface="+mn-ea"/>
              </a:rPr>
              <a:t>民族图案浮雕</a:t>
            </a:r>
            <a:endParaRPr lang="zh-CN" altLang="en-US" sz="4000">
              <a:ea typeface="隶书" panose="020105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000">
                <a:ea typeface="幼圆" panose="02010509060101010101" charset="-122"/>
              </a:rPr>
              <a:t>中国是一个多民族的国家，56个民族共同构筑了中华民族的文化，体现民族大团结的精神，是中华世纪坛的重要主体精神。</a:t>
            </a:r>
            <a:endParaRPr lang="zh-CN" altLang="en-US" sz="2000">
              <a:ea typeface="幼圆" panose="02010509060101010101" charset="-122"/>
            </a:endParaRPr>
          </a:p>
          <a:p>
            <a:r>
              <a:rPr lang="zh-CN" altLang="en-US" sz="2000">
                <a:ea typeface="幼圆" panose="02010509060101010101" charset="-122"/>
              </a:rPr>
              <a:t>在中华人民共和国国家民族事务委员会、各省、市、自治区（宗）委（局）、中华世纪坛组委会共同努力、协作下，由各民族自己的设计师来完成了56个民族象征性图案的征集和图案的设计工作，这是我们民族文化建设的一个重要标志和创举。</a:t>
            </a:r>
            <a:endParaRPr lang="zh-CN" altLang="en-US" sz="2000">
              <a:ea typeface="幼圆" panose="02010509060101010101" charset="-122"/>
            </a:endParaRPr>
          </a:p>
          <a:p>
            <a:r>
              <a:rPr lang="zh-CN" altLang="en-US" sz="2000">
                <a:ea typeface="幼圆" panose="02010509060101010101" charset="-122"/>
              </a:rPr>
              <a:t>56个民族象征图饰镌刻在世纪坛旋转乾体上，环绕外立墙一周。每幅图饰浮雕长140cm、宽140cm、高3cm，用产自福建的米黄色花岗岩雕刻而成，图饰大方、庄重、质朴，并鲜明的体现出各民族的艺术风格，亦有整体的协调感。</a:t>
            </a:r>
            <a:endParaRPr lang="zh-CN" altLang="en-US" sz="2000">
              <a:ea typeface="幼圆" panose="02010509060101010101" charset="-122"/>
            </a:endParaRPr>
          </a:p>
          <a:p>
            <a:r>
              <a:rPr lang="zh-CN" altLang="en-US" sz="2000">
                <a:ea typeface="幼圆" panose="02010509060101010101" charset="-122"/>
              </a:rPr>
              <a:t>56个民族图饰象征着中华56个民族团结统一的民族精神，体现出中华民族强大的凝聚力。</a:t>
            </a:r>
            <a:endParaRPr lang="zh-CN" altLang="en-US" sz="2000">
              <a:ea typeface="幼圆" panose="0201050906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z="4000">
                <a:ea typeface="隶书" panose="02010509060101010101" charset="-122"/>
                <a:sym typeface="+mn-ea"/>
              </a:rPr>
              <a:t>时空探针</a:t>
            </a:r>
            <a:endParaRPr lang="zh-CN" altLang="en-US" sz="4000">
              <a:ea typeface="隶书" panose="020105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000">
                <a:ea typeface="幼圆" panose="02010509060101010101" charset="-122"/>
              </a:rPr>
              <a:t>在中华世纪坛整体建筑中，时空探针醒目突出，是主体建筑的视觉焦点。它耸立在坛体中央，长 27 米 ，呈 45 °角直指天际，气势非凡。表现了人类对未来不断探索、进取向前向上的精神。</a:t>
            </a:r>
            <a:endParaRPr lang="zh-CN" altLang="en-US" sz="2000">
              <a:ea typeface="幼圆" panose="02010509060101010101" charset="-122"/>
            </a:endParaRPr>
          </a:p>
          <a:p>
            <a:r>
              <a:rPr lang="zh-CN" altLang="en-US" sz="2000">
                <a:ea typeface="幼圆" panose="02010509060101010101" charset="-122"/>
              </a:rPr>
              <a:t>中华世纪坛的探针简洁明快，用抽象的造型语言、深刻的哲理表现出和谐的理念精神。它打破了主体建筑平稳、平衡的结构、包含着求新求变、升腾复兴的意味，引发“乾”的斜面自然向上，以体现坛与天空、人与未来的遐想。它以直指浩瀚宇宙的气势，代表了人类永远进取的精神。而其所依托的巨大坛体，亦表明了人类发展所赖以生存的地球，进而展现天人合一的艺术境界。</a:t>
            </a:r>
            <a:endParaRPr lang="zh-CN" altLang="en-US" sz="2000">
              <a:ea typeface="幼圆" panose="0201050906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4000">
                <a:ea typeface="隶书" panose="02010509060101010101" charset="-122"/>
              </a:rPr>
              <a:t>圣火广场</a:t>
            </a:r>
            <a:endParaRPr lang="zh-CN" altLang="en-US" sz="4000">
              <a:ea typeface="隶书" panose="020105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930" y="1183005"/>
            <a:ext cx="5176520" cy="5143500"/>
          </a:xfrm>
        </p:spPr>
        <p:txBody>
          <a:bodyPr>
            <a:noAutofit/>
          </a:bodyPr>
          <a:p>
            <a:r>
              <a:rPr lang="zh-CN" altLang="en-US" sz="2000">
                <a:ea typeface="幼圆" panose="02010509060101010101" charset="-122"/>
                <a:cs typeface="幼圆" panose="02010509060101010101" charset="-122"/>
              </a:rPr>
              <a:t>中华世纪坛碑的北侧，是一个低于地面1米、半径17.5米的下沉式圆形广场。</a:t>
            </a:r>
            <a:endParaRPr lang="zh-CN" altLang="en-US" sz="2000">
              <a:ea typeface="幼圆" panose="02010509060101010101" charset="-122"/>
              <a:cs typeface="幼圆" panose="02010509060101010101" charset="-122"/>
            </a:endParaRPr>
          </a:p>
          <a:p>
            <a:r>
              <a:rPr lang="zh-CN" altLang="en-US" sz="2000">
                <a:ea typeface="幼圆" panose="02010509060101010101" charset="-122"/>
                <a:cs typeface="幼圆" panose="02010509060101010101" charset="-122"/>
              </a:rPr>
              <a:t>广场用960块花岗岩铺砌而成，象征幅员辽阔的960万平方公里中华大地。</a:t>
            </a:r>
            <a:endParaRPr lang="zh-CN" altLang="en-US" sz="2000">
              <a:ea typeface="幼圆" panose="02010509060101010101" charset="-122"/>
              <a:cs typeface="幼圆" panose="02010509060101010101" charset="-122"/>
            </a:endParaRPr>
          </a:p>
          <a:p>
            <a:r>
              <a:rPr lang="zh-CN" altLang="en-US" sz="2000">
                <a:ea typeface="幼圆" panose="02010509060101010101" charset="-122"/>
                <a:cs typeface="幼圆" panose="02010509060101010101" charset="-122"/>
              </a:rPr>
              <a:t>广场由周围向中心略微隆起，寓意着伟大中华民族的崛起。</a:t>
            </a:r>
            <a:endParaRPr lang="zh-CN" altLang="en-US" sz="2000">
              <a:ea typeface="幼圆" panose="02010509060101010101" charset="-122"/>
              <a:cs typeface="幼圆" panose="02010509060101010101" charset="-122"/>
            </a:endParaRPr>
          </a:p>
          <a:p>
            <a:r>
              <a:rPr sz="2000">
                <a:ea typeface="幼圆" panose="02010509060101010101" charset="-122"/>
                <a:cs typeface="幼圆" panose="02010509060101010101" charset="-122"/>
                <a:sym typeface="+mn-ea"/>
              </a:rPr>
              <a:t>广场中心是一方形圣火台，长明不熄的“中华圣火”的火种取自周口店猿人遗址，寓意中华民族的文明创造永不停息。</a:t>
            </a:r>
            <a:endParaRPr lang="zh-CN" altLang="en-US" sz="2000">
              <a:ea typeface="幼圆" panose="02010509060101010101" charset="-122"/>
              <a:cs typeface="幼圆" panose="02010509060101010101" charset="-122"/>
            </a:endParaRPr>
          </a:p>
          <a:p>
            <a:r>
              <a:rPr lang="zh-CN" altLang="en-US" sz="2000">
                <a:ea typeface="幼圆" panose="02010509060101010101" charset="-122"/>
                <a:cs typeface="幼圆" panose="02010509060101010101" charset="-122"/>
              </a:rPr>
              <a:t>广场东西两侧，有两道流水缓缓而下，象征着中华民族的母亲河——长江与黄河。</a:t>
            </a:r>
            <a:endParaRPr lang="zh-CN" altLang="en-US" sz="2000">
              <a:ea typeface="幼圆" panose="02010509060101010101" charset="-122"/>
              <a:cs typeface="幼圆" panose="02010509060101010101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6401400" y="1069975"/>
            <a:ext cx="5176520" cy="545719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pic>
        <p:nvPicPr>
          <p:cNvPr id="10" name="内容占位符 9" descr="圣火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412195" y="2217420"/>
            <a:ext cx="5176520" cy="331533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z="4000">
                <a:ea typeface="隶书" panose="02010509060101010101" charset="-122"/>
                <a:sym typeface="+mn-ea"/>
              </a:rPr>
              <a:t>青铜甬道</a:t>
            </a:r>
            <a:endParaRPr lang="zh-CN" altLang="en-US" sz="4000">
              <a:ea typeface="隶书" panose="020105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000">
                <a:ea typeface="幼圆" panose="02010509060101010101" charset="-122"/>
              </a:rPr>
              <a:t>长270米、宽15米，从南向北用18.4万文字记载了科技、文化、教育等领域共7000多条重大历史事件，镌刻了从公元前3000年到公元2000年历经五千年的文明史。</a:t>
            </a:r>
            <a:endParaRPr lang="zh-CN" altLang="en-US" sz="2000">
              <a:ea typeface="幼圆" panose="02010509060101010101" charset="-122"/>
            </a:endParaRPr>
          </a:p>
          <a:p>
            <a:r>
              <a:rPr lang="zh-CN" altLang="en-US" sz="2000">
                <a:ea typeface="幼圆" panose="02010509060101010101" charset="-122"/>
              </a:rPr>
              <a:t>圣火广场向北，是一条长270米、宽15米的甬道，自圣火广场，至世纪坛坛体。甬道正中，是一条总长262米、3米宽的锡青铜甬道，用特种合金打造。</a:t>
            </a:r>
            <a:endParaRPr lang="zh-CN" altLang="en-US" sz="2000">
              <a:ea typeface="幼圆" panose="02010509060101010101" charset="-122"/>
            </a:endParaRPr>
          </a:p>
          <a:p>
            <a:r>
              <a:rPr sz="2000">
                <a:ea typeface="幼圆" panose="02010509060101010101" charset="-122"/>
                <a:sym typeface="+mn-ea"/>
              </a:rPr>
              <a:t>青铜甬道从南向北用18.4万文字记载了科技、文化、教育等领域共7000多条重大历史事件，镌刻了从公元前3000年到公元2000年历经五千年的文明史。</a:t>
            </a:r>
            <a:endParaRPr lang="zh-CN" altLang="en-US" sz="2000">
              <a:ea typeface="幼圆" panose="02010509060101010101" charset="-122"/>
            </a:endParaRPr>
          </a:p>
          <a:p>
            <a:endParaRPr lang="zh-CN" altLang="en-US" sz="2000">
              <a:ea typeface="幼圆" panose="02010509060101010101" charset="-122"/>
            </a:endParaRPr>
          </a:p>
          <a:p>
            <a:endParaRPr lang="zh-CN" altLang="en-US" sz="2000">
              <a:ea typeface="幼圆" panose="0201050906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z="4000">
                <a:ea typeface="隶书" panose="02010509060101010101" charset="-122"/>
                <a:sym typeface="+mn-ea"/>
              </a:rPr>
              <a:t>中华故土地图</a:t>
            </a:r>
            <a:endParaRPr lang="zh-CN" altLang="en-US" sz="4000">
              <a:ea typeface="隶书" panose="020105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sz="2000">
                <a:ea typeface="幼圆" panose="02010509060101010101" charset="-122"/>
                <a:sym typeface="+mn-ea"/>
              </a:rPr>
              <a:t>《中华故土地图》是运用专利技术，</a:t>
            </a:r>
            <a:r>
              <a:rPr lang="zh-CN" altLang="en-US" sz="2000">
                <a:ea typeface="幼圆" panose="02010509060101010101" charset="-122"/>
              </a:rPr>
              <a:t>将采集自我国23个省、5个自治区、4个直辖市、2个特别行政区的原质土壤经过除菌、防腐等工艺处理后，分别填入地图内各行政区域框架中，</a:t>
            </a:r>
            <a:r>
              <a:rPr sz="2000">
                <a:ea typeface="幼圆" panose="02010509060101010101" charset="-122"/>
                <a:sym typeface="+mn-ea"/>
              </a:rPr>
              <a:t>用水晶封铸而成的特型地图。</a:t>
            </a:r>
            <a:endParaRPr lang="zh-CN" altLang="en-US" sz="2000">
              <a:ea typeface="幼圆" panose="02010509060101010101" charset="-122"/>
            </a:endParaRPr>
          </a:p>
          <a:p>
            <a:r>
              <a:rPr sz="2000">
                <a:ea typeface="幼圆" panose="02010509060101010101" charset="-122"/>
                <a:sym typeface="+mn-ea"/>
              </a:rPr>
              <a:t>首块《中华故土地图》</a:t>
            </a:r>
            <a:r>
              <a:rPr lang="zh-CN" altLang="en-US" sz="2000">
                <a:ea typeface="幼圆" panose="02010509060101010101" charset="-122"/>
              </a:rPr>
              <a:t>安放于中华世纪坛青铜甬道发端处的</a:t>
            </a:r>
            <a:r>
              <a:rPr sz="2000">
                <a:ea typeface="幼圆" panose="02010509060101010101" charset="-122"/>
                <a:sym typeface="+mn-ea"/>
              </a:rPr>
              <a:t>斜坡面上，与中华世纪坛交相辉映，</a:t>
            </a:r>
            <a:r>
              <a:rPr lang="zh-CN" altLang="en-US" sz="2000">
                <a:ea typeface="幼圆" panose="02010509060101010101" charset="-122"/>
              </a:rPr>
              <a:t>表明中华大地由各区域土壤凝聚而成的团结合力精神。</a:t>
            </a:r>
            <a:endParaRPr lang="zh-CN" altLang="en-US" sz="2000">
              <a:ea typeface="幼圆" panose="02010509060101010101" charset="-122"/>
            </a:endParaRPr>
          </a:p>
          <a:p>
            <a:endParaRPr lang="zh-CN" altLang="en-US" sz="2000">
              <a:ea typeface="幼圆" panose="02010509060101010101" charset="-122"/>
            </a:endParaRPr>
          </a:p>
        </p:txBody>
      </p:sp>
      <p:pic>
        <p:nvPicPr>
          <p:cNvPr id="6" name="内容占位符 5" descr="中华故土地图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412195" y="2030095"/>
            <a:ext cx="5176520" cy="368998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z="4000">
                <a:ea typeface="隶书" panose="02010509060101010101" charset="-122"/>
                <a:sym typeface="+mn-ea"/>
              </a:rPr>
              <a:t>世纪大厅</a:t>
            </a:r>
            <a:endParaRPr lang="zh-CN" altLang="en-US" sz="4000">
              <a:ea typeface="隶书" panose="020105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6110" y="1739265"/>
            <a:ext cx="4378325" cy="4272280"/>
          </a:xfrm>
        </p:spPr>
        <p:txBody>
          <a:bodyPr>
            <a:normAutofit/>
          </a:bodyPr>
          <a:p>
            <a:r>
              <a:rPr lang="zh-CN" altLang="en-US" sz="2000">
                <a:ea typeface="幼圆" panose="02010509060101010101" charset="-122"/>
              </a:rPr>
              <a:t>世纪大厅位于主坛体展馆二层，大厅内有：</a:t>
            </a:r>
            <a:endParaRPr lang="zh-CN" altLang="en-US" sz="2000">
              <a:ea typeface="幼圆" panose="02010509060101010101" charset="-122"/>
            </a:endParaRPr>
          </a:p>
          <a:p>
            <a:pPr lvl="1"/>
            <a:r>
              <a:rPr lang="zh-CN" altLang="en-US" sz="2000">
                <a:ea typeface="幼圆" panose="02010509060101010101" charset="-122"/>
              </a:rPr>
              <a:t>360度环型彩石浮雕壁画《中华千秋颂》。</a:t>
            </a:r>
            <a:endParaRPr lang="zh-CN" altLang="en-US" sz="2000">
              <a:ea typeface="幼圆" panose="02010509060101010101" charset="-122"/>
            </a:endParaRPr>
          </a:p>
          <a:p>
            <a:pPr lvl="1"/>
            <a:r>
              <a:rPr lang="zh-CN" altLang="en-US" sz="2000">
                <a:ea typeface="幼圆" panose="02010509060101010101" charset="-122"/>
              </a:rPr>
              <a:t>题有“龙凤呈祥、日月光华”的9根锻铜贴金柱。</a:t>
            </a:r>
            <a:endParaRPr lang="zh-CN" altLang="en-US" sz="2000">
              <a:ea typeface="幼圆" panose="02010509060101010101" charset="-122"/>
            </a:endParaRPr>
          </a:p>
          <a:p>
            <a:pPr lvl="1"/>
            <a:r>
              <a:rPr lang="zh-CN" altLang="en-US" sz="2000">
                <a:ea typeface="幼圆" panose="02010509060101010101" charset="-122"/>
              </a:rPr>
              <a:t>穹顶处的新世纪初始时刻北京上空的星象图。</a:t>
            </a:r>
            <a:endParaRPr lang="zh-CN" altLang="en-US" sz="2000">
              <a:ea typeface="幼圆" panose="02010509060101010101" charset="-122"/>
            </a:endParaRPr>
          </a:p>
          <a:p>
            <a:r>
              <a:rPr lang="zh-CN" altLang="en-US" sz="2000">
                <a:ea typeface="幼圆" panose="02010509060101010101" charset="-122"/>
              </a:rPr>
              <a:t>它们共同构成了中华世纪坛的常设景观之一。</a:t>
            </a:r>
            <a:endParaRPr lang="zh-CN" altLang="en-US" sz="2000">
              <a:ea typeface="幼圆" panose="02010509060101010101" charset="-122"/>
            </a:endParaRPr>
          </a:p>
        </p:txBody>
      </p:sp>
      <p:pic>
        <p:nvPicPr>
          <p:cNvPr id="5" name="内容占位符 4" descr="世纪大厅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783545" y="1809115"/>
            <a:ext cx="5544820" cy="323913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z="4000">
                <a:ea typeface="隶书" panose="02010509060101010101" charset="-122"/>
                <a:sym typeface="+mn-ea"/>
              </a:rPr>
              <a:t>中华千秋颂</a:t>
            </a:r>
            <a:endParaRPr lang="zh-CN" altLang="en-US" sz="4000">
              <a:ea typeface="隶书" panose="0201050906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 sz="2000">
                <a:ea typeface="幼圆" panose="02010509060101010101" charset="-122"/>
              </a:rPr>
              <a:t>环形彩色浮雕壁画《中华千秋颂》</a:t>
            </a:r>
            <a:r>
              <a:rPr sz="2000">
                <a:ea typeface="幼圆" panose="02010509060101010101" charset="-122"/>
                <a:sym typeface="+mn-ea"/>
              </a:rPr>
              <a:t>由清华大学美术学院袁运甫教授担任总设计。</a:t>
            </a:r>
            <a:endParaRPr lang="zh-CN" altLang="en-US" sz="2000">
              <a:ea typeface="幼圆" panose="02010509060101010101" charset="-122"/>
            </a:endParaRPr>
          </a:p>
          <a:p>
            <a:r>
              <a:rPr sz="2000">
                <a:ea typeface="幼圆" panose="02010509060101010101" charset="-122"/>
                <a:sym typeface="+mn-ea"/>
              </a:rPr>
              <a:t>壁画</a:t>
            </a:r>
            <a:r>
              <a:rPr lang="zh-CN" altLang="en-US" sz="2000">
                <a:ea typeface="幼圆" panose="02010509060101010101" charset="-122"/>
              </a:rPr>
              <a:t>周长117米，高5米，面积585平方米，采用国内十五种天然彩色花岗岩雕刻而成，其中包括四川省的晚霞红、奶油黄、黄沙石和灰石，山西省的马青石，山东省的雪花白汉白玉，河北省的陶红岗岩，安徽省的黑色花岗岩等。</a:t>
            </a:r>
            <a:endParaRPr lang="zh-CN" altLang="en-US" sz="2000">
              <a:ea typeface="幼圆" panose="02010509060101010101" charset="-122"/>
            </a:endParaRPr>
          </a:p>
          <a:p>
            <a:r>
              <a:rPr sz="2000">
                <a:ea typeface="幼圆" panose="02010509060101010101" charset="-122"/>
                <a:sym typeface="+mn-ea"/>
              </a:rPr>
              <a:t>壁画采用编年时序展开，涵盖四个历史阶段，浓缩中华民族五千年文明历史，</a:t>
            </a:r>
            <a:r>
              <a:rPr lang="zh-CN" altLang="en-US" sz="2000">
                <a:ea typeface="幼圆" panose="02010509060101010101" charset="-122"/>
              </a:rPr>
              <a:t>其具体内容分为：</a:t>
            </a:r>
            <a:endParaRPr lang="zh-CN" altLang="en-US" sz="2000">
              <a:ea typeface="幼圆" panose="02010509060101010101" charset="-122"/>
            </a:endParaRPr>
          </a:p>
          <a:p>
            <a:pPr lvl="1"/>
            <a:r>
              <a:rPr lang="zh-CN" altLang="en-US" sz="2000">
                <a:ea typeface="幼圆" panose="02010509060101010101" charset="-122"/>
              </a:rPr>
              <a:t>先秦的理性精神；</a:t>
            </a:r>
            <a:endParaRPr lang="zh-CN" altLang="en-US" sz="2000">
              <a:ea typeface="幼圆" panose="02010509060101010101" charset="-122"/>
            </a:endParaRPr>
          </a:p>
          <a:p>
            <a:pPr lvl="1"/>
            <a:r>
              <a:rPr lang="zh-CN" altLang="en-US" sz="2000">
                <a:ea typeface="幼圆" panose="02010509060101010101" charset="-122"/>
              </a:rPr>
              <a:t>秦汉唐的包容气概；</a:t>
            </a:r>
            <a:endParaRPr lang="zh-CN" altLang="en-US" sz="2000">
              <a:ea typeface="幼圆" panose="02010509060101010101" charset="-122"/>
            </a:endParaRPr>
          </a:p>
          <a:p>
            <a:pPr lvl="1"/>
            <a:r>
              <a:rPr lang="zh-CN" altLang="en-US" sz="2000">
                <a:ea typeface="幼圆" panose="02010509060101010101" charset="-122"/>
              </a:rPr>
              <a:t>宋元明清的公忠气节；</a:t>
            </a:r>
            <a:endParaRPr lang="zh-CN" altLang="en-US" sz="2000">
              <a:ea typeface="幼圆" panose="02010509060101010101" charset="-122"/>
            </a:endParaRPr>
          </a:p>
          <a:p>
            <a:pPr lvl="1"/>
            <a:r>
              <a:rPr lang="zh-CN" altLang="en-US" sz="2000">
                <a:ea typeface="幼圆" panose="02010509060101010101" charset="-122"/>
              </a:rPr>
              <a:t>近现代的救亡与启蒙和中华民族的独立与中兴。</a:t>
            </a:r>
            <a:endParaRPr lang="zh-CN" altLang="en-US" sz="2000">
              <a:ea typeface="幼圆" panose="0201050906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4000">
                <a:ea typeface="隶书" panose="02010509060101010101" charset="-122"/>
              </a:rPr>
              <a:t>锻铜贴金柱</a:t>
            </a:r>
            <a:endParaRPr lang="zh-CN" altLang="en-US" sz="4000">
              <a:ea typeface="隶书" panose="020105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sz="2000">
                <a:ea typeface="幼圆" panose="02010509060101010101" charset="-122"/>
                <a:sym typeface="+mn-ea"/>
              </a:rPr>
              <a:t>大厅中央的</a:t>
            </a:r>
            <a:r>
              <a:rPr lang="en-US" altLang="zh-CN" sz="2000">
                <a:ea typeface="幼圆" panose="02010509060101010101" charset="-122"/>
                <a:sym typeface="+mn-ea"/>
              </a:rPr>
              <a:t>9</a:t>
            </a:r>
            <a:r>
              <a:rPr sz="2000">
                <a:ea typeface="幼圆" panose="02010509060101010101" charset="-122"/>
                <a:sym typeface="+mn-ea"/>
              </a:rPr>
              <a:t>根缎铜金柱，寓示着一种升华，一种腾飞，是对祖国明天辉煌的祝福。</a:t>
            </a:r>
            <a:endParaRPr sz="2000">
              <a:ea typeface="幼圆" panose="02010509060101010101" charset="-122"/>
              <a:sym typeface="+mn-ea"/>
            </a:endParaRPr>
          </a:p>
          <a:p>
            <a:r>
              <a:rPr sz="2000">
                <a:ea typeface="幼圆" panose="02010509060101010101" charset="-122"/>
                <a:sym typeface="+mn-ea"/>
              </a:rPr>
              <a:t>柱体由</a:t>
            </a:r>
            <a:r>
              <a:rPr lang="en-US" altLang="zh-CN" sz="2000">
                <a:ea typeface="幼圆" panose="02010509060101010101" charset="-122"/>
                <a:sym typeface="+mn-ea"/>
              </a:rPr>
              <a:t>4.8</a:t>
            </a:r>
            <a:r>
              <a:rPr sz="2000">
                <a:ea typeface="幼圆" panose="02010509060101010101" charset="-122"/>
                <a:sym typeface="+mn-ea"/>
              </a:rPr>
              <a:t>万张金箔贴就，金光闪闪，富丽堂皇。</a:t>
            </a:r>
            <a:endParaRPr sz="2000">
              <a:ea typeface="幼圆" panose="02010509060101010101" charset="-122"/>
              <a:sym typeface="+mn-ea"/>
            </a:endParaRPr>
          </a:p>
          <a:p>
            <a:r>
              <a:rPr sz="2000">
                <a:ea typeface="幼圆" panose="02010509060101010101" charset="-122"/>
                <a:sym typeface="+mn-ea"/>
              </a:rPr>
              <a:t>中央巨大的圆柱体</a:t>
            </a:r>
            <a:r>
              <a:rPr lang="zh-CN" altLang="en-US" sz="2000">
                <a:ea typeface="幼圆" panose="02010509060101010101" charset="-122"/>
              </a:rPr>
              <a:t>直径</a:t>
            </a:r>
            <a:r>
              <a:rPr lang="en-US" altLang="zh-CN" sz="2000">
                <a:ea typeface="幼圆" panose="02010509060101010101" charset="-122"/>
              </a:rPr>
              <a:t>5.8</a:t>
            </a:r>
            <a:r>
              <a:rPr sz="2000">
                <a:ea typeface="幼圆" panose="02010509060101010101" charset="-122"/>
              </a:rPr>
              <a:t>米，</a:t>
            </a:r>
            <a:r>
              <a:rPr sz="2000">
                <a:ea typeface="幼圆" panose="02010509060101010101" charset="-122"/>
                <a:sym typeface="+mn-ea"/>
              </a:rPr>
              <a:t>高4.8米，饰有寓意“龙凤呈祥，日月光华”的浮雕，龙翔凤翥，气势磅礴。</a:t>
            </a:r>
            <a:endParaRPr sz="2000">
              <a:ea typeface="幼圆" panose="02010509060101010101" charset="-122"/>
              <a:sym typeface="+mn-ea"/>
            </a:endParaRPr>
          </a:p>
          <a:p>
            <a:r>
              <a:rPr sz="2000">
                <a:ea typeface="幼圆" panose="02010509060101010101" charset="-122"/>
              </a:rPr>
              <a:t>四周环绕</a:t>
            </a:r>
            <a:r>
              <a:rPr lang="en-US" altLang="zh-CN" sz="2000">
                <a:ea typeface="幼圆" panose="02010509060101010101" charset="-122"/>
              </a:rPr>
              <a:t>8</a:t>
            </a:r>
            <a:r>
              <a:rPr sz="2000">
                <a:ea typeface="幼圆" panose="02010509060101010101" charset="-122"/>
              </a:rPr>
              <a:t>根吉祥云纹小柱，表达着吉祥如意的祝福。</a:t>
            </a:r>
            <a:endParaRPr sz="2000">
              <a:ea typeface="幼圆" panose="02010509060101010101" charset="-122"/>
            </a:endParaRPr>
          </a:p>
          <a:p>
            <a:endParaRPr sz="2000">
              <a:ea typeface="幼圆" panose="0201050906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4000">
                <a:ea typeface="隶书" panose="02010509060101010101" charset="-122"/>
              </a:rPr>
              <a:t>世纪星空图</a:t>
            </a:r>
            <a:endParaRPr lang="zh-CN" altLang="en-US" sz="4000">
              <a:ea typeface="隶书" panose="0201050906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sz="2000">
                <a:ea typeface="幼圆" panose="02010509060101010101" charset="-122"/>
                <a:sym typeface="+mn-ea"/>
              </a:rPr>
              <a:t>世纪大厅的</a:t>
            </a:r>
            <a:r>
              <a:rPr lang="zh-CN" altLang="en-US" sz="2000">
                <a:ea typeface="幼圆" panose="02010509060101010101" charset="-122"/>
              </a:rPr>
              <a:t>穹顶，镶嵌着采用先进的光导纤维技术制作的</a:t>
            </a:r>
            <a:r>
              <a:rPr lang="en-US" altLang="zh-CN" sz="2000">
                <a:ea typeface="幼圆" panose="02010509060101010101" charset="-122"/>
              </a:rPr>
              <a:t>5000</a:t>
            </a:r>
            <a:r>
              <a:rPr sz="2000">
                <a:ea typeface="幼圆" panose="02010509060101010101" charset="-122"/>
              </a:rPr>
              <a:t>多颗不同亮度的繁星</a:t>
            </a:r>
            <a:r>
              <a:rPr lang="zh-CN" altLang="en-US" sz="2000">
                <a:ea typeface="幼圆" panose="02010509060101010101" charset="-122"/>
              </a:rPr>
              <a:t>。</a:t>
            </a:r>
            <a:r>
              <a:rPr sz="2000">
                <a:ea typeface="幼圆" panose="02010509060101010101" charset="-122"/>
                <a:sym typeface="+mn-ea"/>
              </a:rPr>
              <a:t>记录着２００１年１月１日零时新世纪初始时刻北京上空的星象图。</a:t>
            </a:r>
            <a:endParaRPr lang="zh-CN" altLang="en-US" sz="2000">
              <a:ea typeface="幼圆" panose="02010509060101010101" charset="-122"/>
            </a:endParaRPr>
          </a:p>
          <a:p>
            <a:r>
              <a:rPr lang="zh-CN" altLang="en-US" sz="2000">
                <a:ea typeface="幼圆" panose="02010509060101010101" charset="-122"/>
              </a:rPr>
              <a:t>在天文、气象学专家的协助下，图中星象的密度和亮度严格按照科学原理分布，５０００多颗星星的亮度被分为５个等次。</a:t>
            </a:r>
            <a:endParaRPr lang="zh-CN" altLang="en-US" sz="2000">
              <a:ea typeface="幼圆" panose="02010509060101010101" charset="-122"/>
            </a:endParaRPr>
          </a:p>
          <a:p>
            <a:r>
              <a:rPr lang="zh-CN" altLang="en-US" sz="2000">
                <a:ea typeface="幼圆" panose="02010509060101010101" charset="-122"/>
              </a:rPr>
              <a:t>星象图的设计寓意着中国历史是整个宇宙空间的一部分，是在整个宇宙中发展延伸的。</a:t>
            </a:r>
            <a:endParaRPr lang="zh-CN" altLang="en-US" sz="2000">
              <a:ea typeface="幼圆" panose="02010509060101010101" charset="-122"/>
            </a:endParaRPr>
          </a:p>
          <a:p>
            <a:endParaRPr lang="zh-CN" altLang="en-US" sz="2000">
              <a:ea typeface="幼圆" panose="02010509060101010101" charset="-122"/>
            </a:endParaRPr>
          </a:p>
        </p:txBody>
      </p:sp>
      <p:pic>
        <p:nvPicPr>
          <p:cNvPr id="6" name="内容占位符 5" descr="图片1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412195" y="1942465"/>
            <a:ext cx="5176520" cy="3864610"/>
          </a:xfrm>
          <a:prstGeom prst="rect">
            <a:avLst/>
          </a:prstGeom>
        </p:spPr>
      </p:pic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2021年2月10日</a:t>
            </a:r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2699</Words>
  <Application>WPS 演示</Application>
  <PresentationFormat>宽屏</PresentationFormat>
  <Paragraphs>168</Paragraphs>
  <Slides>15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  <vt:variant>
        <vt:lpstr>自定义放映</vt:lpstr>
      </vt:variant>
      <vt:variant>
        <vt:i4>2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Wingdings</vt:lpstr>
      <vt:lpstr>幼圆</vt:lpstr>
      <vt:lpstr>Arial Unicode MS</vt:lpstr>
      <vt:lpstr>Calibri</vt:lpstr>
      <vt:lpstr>隶书</vt:lpstr>
      <vt:lpstr>Office 主题​​</vt:lpstr>
      <vt:lpstr>中 华 世 纪 坛</vt:lpstr>
      <vt:lpstr>概述</vt:lpstr>
      <vt:lpstr>概述</vt:lpstr>
      <vt:lpstr>内容提纲</vt:lpstr>
      <vt:lpstr>主体建筑</vt:lpstr>
      <vt:lpstr>旋转体</vt:lpstr>
      <vt:lpstr>民族图案浮雕</vt:lpstr>
      <vt:lpstr>时空探针</vt:lpstr>
      <vt:lpstr>圣火广场</vt:lpstr>
      <vt:lpstr>青铜甬道</vt:lpstr>
      <vt:lpstr>中华故土地图</vt:lpstr>
      <vt:lpstr>世纪大厅</vt:lpstr>
      <vt:lpstr>中华千秋颂</vt:lpstr>
      <vt:lpstr>锻铜贴金柱</vt:lpstr>
      <vt:lpstr>世纪星空图</vt:lpstr>
      <vt:lpstr>外景</vt:lpstr>
      <vt:lpstr>大厅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超呆萌的小黑老师</cp:lastModifiedBy>
  <cp:revision>187</cp:revision>
  <dcterms:created xsi:type="dcterms:W3CDTF">2019-06-19T02:08:00Z</dcterms:created>
  <dcterms:modified xsi:type="dcterms:W3CDTF">2023-10-20T07:38:27Z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</Properties>
</file>