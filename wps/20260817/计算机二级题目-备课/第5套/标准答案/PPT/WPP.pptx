
<file path=[Content_Types].xml><?xml version="1.0" encoding="utf-8"?>
<Types xmlns="http://schemas.openxmlformats.org/package/2006/content-types"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.svg" ContentType="image/svg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0" r:id="rId4"/>
    <p:sldId id="411" r:id="rId5"/>
    <p:sldId id="412" r:id="rId6"/>
    <p:sldId id="413" r:id="rId7"/>
    <p:sldId id="414" r:id="rId8"/>
    <p:sldId id="415" r:id="rId9"/>
    <p:sldId id="416" r:id="rId10"/>
    <p:sldId id="417" r:id="rId11"/>
    <p:sldId id="418" r:id="rId12"/>
    <p:sldId id="419" r:id="rId13"/>
    <p:sldId id="420" r:id="rId14"/>
    <p:sldId id="421" r:id="rId15"/>
    <p:sldId id="422" r:id="rId16"/>
    <p:sldId id="423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2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diagrams/_rels/drawing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3F6FF1-7C2F-455D-9C8B-B80B588EC7B4}" type="doc">
      <dgm:prSet loTypeId="list" loCatId="list" qsTypeId="urn:microsoft.com/office/officeart/2005/8/quickstyle/simple5" qsCatId="simple" csTypeId="urn:microsoft.com/office/officeart/2005/8/colors/colorful4" csCatId="accent1" phldr="0"/>
      <dgm:spPr/>
      <dgm:t>
        <a:bodyPr/>
        <a:p>
          <a:endParaRPr lang="zh-CN" altLang="en-US"/>
        </a:p>
      </dgm:t>
    </dgm:pt>
    <dgm:pt modelId="{07F9A834-4D94-4931-93AD-E12499108428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戴口罩</a:t>
          </a:r>
          <a:r>
            <a:rPr lang="zh-CN" altLang="en-US"/>
            <a:t/>
          </a:r>
          <a:endParaRPr lang="zh-CN" altLang="en-US"/>
        </a:p>
      </dgm:t>
    </dgm:pt>
    <dgm:pt modelId="{E7356527-0C15-4E18-BCB7-0963A73ACEA5}" cxnId="{D19EE6E3-D7E5-4699-B8D4-316C8079AF93}" type="parTrans">
      <dgm:prSet/>
      <dgm:spPr/>
      <dgm:t>
        <a:bodyPr/>
        <a:p>
          <a:endParaRPr lang="zh-CN" altLang="en-US"/>
        </a:p>
      </dgm:t>
    </dgm:pt>
    <dgm:pt modelId="{8A335AB5-E98B-486A-BB89-8CECD6F7716A}" cxnId="{D19EE6E3-D7E5-4699-B8D4-316C8079AF93}" type="sibTrans">
      <dgm:prSet/>
      <dgm:spPr/>
      <dgm:t>
        <a:bodyPr/>
        <a:p>
          <a:endParaRPr lang="zh-CN" altLang="en-US"/>
        </a:p>
      </dgm:t>
    </dgm:pt>
    <dgm:pt modelId="{AF157A21-F378-4435-98DD-50594C6C076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需要外出乘坐交通工具时，建议佩戴医用外科口罩</a:t>
          </a:r>
          <a:r>
            <a:rPr lang="zh-CN" altLang="en-US"/>
            <a:t/>
          </a:r>
          <a:endParaRPr lang="zh-CN" altLang="en-US"/>
        </a:p>
      </dgm:t>
    </dgm:pt>
    <dgm:pt modelId="{92EC7B73-B71E-4FEE-B4E2-EC94990771BE}" cxnId="{060DDB97-4F55-484A-B34B-BC3739A012DE}" type="parTrans">
      <dgm:prSet/>
      <dgm:spPr/>
    </dgm:pt>
    <dgm:pt modelId="{A8A5472A-EB9D-4D3C-BDF3-E25CF990C1BF}" cxnId="{060DDB97-4F55-484A-B34B-BC3739A012DE}" type="sibTrans">
      <dgm:prSet/>
      <dgm:spPr/>
    </dgm:pt>
    <dgm:pt modelId="{B2620278-44A7-4582-8B8F-903EFA3FE84F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勤洗手</a:t>
          </a:r>
          <a:r>
            <a:rPr lang="zh-CN" altLang="en-US"/>
            <a:t/>
          </a:r>
          <a:endParaRPr lang="zh-CN" altLang="en-US"/>
        </a:p>
      </dgm:t>
    </dgm:pt>
    <dgm:pt modelId="{C6161972-0E9E-41F1-B2A0-45737E49BCCC}" cxnId="{545320C4-CF7C-4FF3-94BD-B0503BFB5F10}" type="parTrans">
      <dgm:prSet/>
      <dgm:spPr/>
      <dgm:t>
        <a:bodyPr/>
        <a:p>
          <a:endParaRPr lang="zh-CN" altLang="en-US"/>
        </a:p>
      </dgm:t>
    </dgm:pt>
    <dgm:pt modelId="{04E1C1A1-967A-4191-9D7B-A15C926E6334}" cxnId="{545320C4-CF7C-4FF3-94BD-B0503BFB5F10}" type="sibTrans">
      <dgm:prSet/>
      <dgm:spPr/>
      <dgm:t>
        <a:bodyPr/>
        <a:p>
          <a:endParaRPr lang="zh-CN" altLang="en-US"/>
        </a:p>
      </dgm:t>
    </dgm:pt>
    <dgm:pt modelId="{F5E67D7F-F471-4A8C-8C23-F37EFCDFCC8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使用流水或含酒精成分的免洗洗手液洗手，不洗手不接触口、鼻、眼等部位</a:t>
          </a:r>
          <a:r>
            <a:rPr lang="zh-CN" altLang="en-US"/>
            <a:t/>
          </a:r>
          <a:endParaRPr lang="zh-CN" altLang="en-US"/>
        </a:p>
      </dgm:t>
    </dgm:pt>
    <dgm:pt modelId="{EF99665B-8644-4E83-BFB3-49E33465E057}" cxnId="{ACA3042A-7F91-4134-BBE5-E31350D0010A}" type="parTrans">
      <dgm:prSet/>
      <dgm:spPr/>
    </dgm:pt>
    <dgm:pt modelId="{9B32504E-5C56-4D6C-8243-B5E947E451D0}" cxnId="{ACA3042A-7F91-4134-BBE5-E31350D0010A}" type="sibTrans">
      <dgm:prSet/>
      <dgm:spPr/>
    </dgm:pt>
    <dgm:pt modelId="{D9FB7ECC-5E59-4F86-B74C-EAD100460C1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及时就医</a:t>
          </a:r>
          <a:r>
            <a:rPr lang="zh-CN" altLang="en-US"/>
            <a:t/>
          </a:r>
          <a:endParaRPr lang="zh-CN" altLang="en-US"/>
        </a:p>
      </dgm:t>
    </dgm:pt>
    <dgm:pt modelId="{37682D1B-25BD-4B73-9F28-987BF5B7DED8}" cxnId="{34392785-616B-4D80-81D7-FBF1CEB32AC8}" type="parTrans">
      <dgm:prSet/>
      <dgm:spPr/>
      <dgm:t>
        <a:bodyPr/>
        <a:p>
          <a:endParaRPr lang="zh-CN" altLang="en-US"/>
        </a:p>
      </dgm:t>
    </dgm:pt>
    <dgm:pt modelId="{8CAE556C-B21B-4A1B-A619-7E8E397C788B}" cxnId="{34392785-616B-4D80-81D7-FBF1CEB32AC8}" type="sibTrans">
      <dgm:prSet/>
      <dgm:spPr/>
      <dgm:t>
        <a:bodyPr/>
        <a:p>
          <a:endParaRPr lang="zh-CN" altLang="en-US"/>
        </a:p>
      </dgm:t>
    </dgm:pt>
    <dgm:pt modelId="{0132189F-8A16-4164-BD3C-59512CC64A7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出现发热呼吸道症状，应及时到医院就医，并减少与家庭成员的接触</a:t>
          </a:r>
          <a:r>
            <a:rPr lang="zh-CN" altLang="en-US"/>
            <a:t/>
          </a:r>
          <a:endParaRPr lang="zh-CN" altLang="en-US"/>
        </a:p>
      </dgm:t>
    </dgm:pt>
    <dgm:pt modelId="{C7B0BA9B-3A0A-478A-9B11-1A1261E75847}" cxnId="{B455B002-0A3E-4386-BA0B-FEA255C17271}" type="parTrans">
      <dgm:prSet/>
      <dgm:spPr/>
    </dgm:pt>
    <dgm:pt modelId="{ADB4C645-86C9-4459-B6C6-C6D378A3BA20}" cxnId="{B455B002-0A3E-4386-BA0B-FEA255C17271}" type="sibTrans">
      <dgm:prSet/>
      <dgm:spPr/>
    </dgm:pt>
    <dgm:pt modelId="{86AA07FB-8816-4F66-8BCF-5403DBA5E64D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自</a:t>
          </a: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觉隔离</a:t>
          </a: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</a:rPr>
            <a:t/>
          </a:r>
          <a:endParaRPr lang="zh-CN" altLang="en-US" spc="150">
            <a:effectLst>
              <a:outerShdw blurRad="63500" sx="102000" sy="102000" algn="ctr" rotWithShape="0">
                <a:schemeClr val="accent6">
                  <a:lumMod val="50000"/>
                  <a:alpha val="40000"/>
                </a:schemeClr>
              </a:outerShdw>
            </a:effectLst>
            <a:uFillTx/>
            <a:latin typeface="Arial" panose="020B0604020202020204" pitchFamily="34" charset="0"/>
            <a:ea typeface="微软雅黑" panose="020B0503020204020204" pitchFamily="34" charset="-122"/>
          </a:endParaRPr>
        </a:p>
      </dgm:t>
    </dgm:pt>
    <dgm:pt modelId="{7F989CDC-2192-444C-A66F-B9725EC6BACE}" cxnId="{0F771D5F-94E5-45FC-A49F-71B22DFEFF50}" type="parTrans">
      <dgm:prSet/>
      <dgm:spPr/>
    </dgm:pt>
    <dgm:pt modelId="{41B8A7A6-0A53-4DEC-9A4F-3202C79C32D0}" cxnId="{0F771D5F-94E5-45FC-A49F-71B22DFEFF50}" type="sibTrans">
      <dgm:prSet/>
      <dgm:spPr/>
    </dgm:pt>
    <dgm:pt modelId="{841A4B3C-27C6-4A69-AF5B-0F2108D3B705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有</a:t>
          </a:r>
          <a:r>
            <a:rPr lang="en-US" altLang="zh-CN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A</a:t>
          </a: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地区</a:t>
          </a: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旅行或居住史，或者接触过确诊患者，应根据要求进行医学观察或隔离</a:t>
          </a:r>
          <a:r>
            <a:rPr altLang="en-US"/>
            <a:t/>
          </a:r>
          <a:endParaRPr altLang="en-US"/>
        </a:p>
      </dgm:t>
    </dgm:pt>
    <dgm:pt modelId="{711969A8-C00C-49C0-B71A-EC60D9EF24F9}" cxnId="{3A51EAC8-46EB-4627-9412-D2D9CCC6256D}" type="parTrans">
      <dgm:prSet/>
      <dgm:spPr/>
    </dgm:pt>
    <dgm:pt modelId="{A2D2DE3C-C896-4E25-B563-41967A75B17F}" cxnId="{3A51EAC8-46EB-4627-9412-D2D9CCC6256D}" type="sibTrans">
      <dgm:prSet/>
      <dgm:spPr/>
    </dgm:pt>
    <dgm:pt modelId="{FF90211E-526F-4262-92C8-260CC0BA71EF}" type="pres">
      <dgm:prSet presAssocID="{9A3F6FF1-7C2F-455D-9C8B-B80B588EC7B4}" presName="linear" presStyleCnt="0">
        <dgm:presLayoutVars>
          <dgm:dir val="rev"/>
          <dgm:resizeHandles val="exact"/>
        </dgm:presLayoutVars>
      </dgm:prSet>
      <dgm:spPr/>
    </dgm:pt>
    <dgm:pt modelId="{EACC82F1-E38C-4E69-9CA1-891A9653B4E1}" type="pres">
      <dgm:prSet presAssocID="{07F9A834-4D94-4931-93AD-E12499108428}" presName="comp" presStyleCnt="0"/>
      <dgm:spPr/>
    </dgm:pt>
    <dgm:pt modelId="{5EDE76D8-9BCC-482A-83FD-2B2563A97F3B}" type="pres">
      <dgm:prSet presAssocID="{07F9A834-4D94-4931-93AD-E12499108428}" presName="box" presStyleLbl="node1" presStyleIdx="0" presStyleCnt="4"/>
      <dgm:spPr/>
    </dgm:pt>
    <dgm:pt modelId="{7989DEA8-880A-4177-9232-BAD5559C31F3}" type="pres">
      <dgm:prSet presAssocID="{07F9A834-4D94-4931-93AD-E12499108428}" presName="img" presStyleLbl="fgImgPlace1" presStyleIdx="0" presStyleCnt="4"/>
      <dgm:spPr>
        <a:blipFill>
          <a:blip xmlns:r="http://schemas.openxmlformats.org/officeDocument/2006/relationships" r:embed="rId1"/>
          <a:stretch>
            <a:fillRect/>
          </a:stretch>
        </a:blipFill>
      </dgm:spPr>
    </dgm:pt>
    <dgm:pt modelId="{00392E97-6585-43F7-B866-BC0F5F59FEF1}" type="pres">
      <dgm:prSet presAssocID="{07F9A834-4D94-4931-93AD-E12499108428}" presName="text" presStyleCnt="0">
        <dgm:presLayoutVars>
          <dgm:bulletEnabled val="1"/>
        </dgm:presLayoutVars>
      </dgm:prSet>
      <dgm:spPr/>
    </dgm:pt>
    <dgm:pt modelId="{A22C12A1-CF35-46A3-A018-86FF292D0DB3}" type="pres">
      <dgm:prSet presAssocID="{8A335AB5-E98B-486A-BB89-8CECD6F7716A}" presName="spacer" presStyleCnt="0"/>
      <dgm:spPr/>
    </dgm:pt>
    <dgm:pt modelId="{601B874A-8D1E-4709-820E-3B36E2EEEB94}" type="pres">
      <dgm:prSet presAssocID="{B2620278-44A7-4582-8B8F-903EFA3FE84F}" presName="comp" presStyleCnt="0"/>
      <dgm:spPr/>
    </dgm:pt>
    <dgm:pt modelId="{FDCA1D01-F480-40EB-AB64-AF7A3F8581C7}" type="pres">
      <dgm:prSet presAssocID="{B2620278-44A7-4582-8B8F-903EFA3FE84F}" presName="box" presStyleLbl="node1" presStyleIdx="1" presStyleCnt="4"/>
      <dgm:spPr/>
    </dgm:pt>
    <dgm:pt modelId="{B4D78B09-9A77-4367-92B2-7401010E112B}" type="pres">
      <dgm:prSet presAssocID="{B2620278-44A7-4582-8B8F-903EFA3FE84F}" presName="img" presStyleLbl="fgImgPlace1" presStyleIdx="1" presStyleCnt="4"/>
      <dgm:spPr>
        <a:blipFill>
          <a:blip xmlns:r="http://schemas.openxmlformats.org/officeDocument/2006/relationships" r:embed="rId2"/>
          <a:stretch>
            <a:fillRect/>
          </a:stretch>
        </a:blipFill>
      </dgm:spPr>
    </dgm:pt>
    <dgm:pt modelId="{0694110D-0945-447A-B005-C90328F34348}" type="pres">
      <dgm:prSet presAssocID="{B2620278-44A7-4582-8B8F-903EFA3FE84F}" presName="text" presStyleCnt="0">
        <dgm:presLayoutVars>
          <dgm:bulletEnabled val="1"/>
        </dgm:presLayoutVars>
      </dgm:prSet>
      <dgm:spPr/>
    </dgm:pt>
    <dgm:pt modelId="{B48E32A5-5F8F-4952-92C8-5EB8D0F8AE0E}" type="pres">
      <dgm:prSet presAssocID="{04E1C1A1-967A-4191-9D7B-A15C926E6334}" presName="spacer" presStyleCnt="0"/>
      <dgm:spPr/>
    </dgm:pt>
    <dgm:pt modelId="{1AA539FF-7A48-4294-BE52-D23C695FC877}" type="pres">
      <dgm:prSet presAssocID="{D9FB7ECC-5E59-4F86-B74C-EAD100460C13}" presName="comp" presStyleCnt="0"/>
      <dgm:spPr/>
    </dgm:pt>
    <dgm:pt modelId="{0C5FDF78-8843-4CE2-AD2F-C29154219F5E}" type="pres">
      <dgm:prSet presAssocID="{D9FB7ECC-5E59-4F86-B74C-EAD100460C13}" presName="box" presStyleLbl="node1" presStyleIdx="2" presStyleCnt="4"/>
      <dgm:spPr/>
    </dgm:pt>
    <dgm:pt modelId="{B2F3D991-2F53-4E23-AD4B-FA40C43BBE09}" type="pres">
      <dgm:prSet presAssocID="{D9FB7ECC-5E59-4F86-B74C-EAD100460C13}" presName="img" presStyleLbl="fgImgPlace1" presStyleIdx="2" presStyleCnt="4"/>
      <dgm:spPr>
        <a:blipFill>
          <a:blip xmlns:r="http://schemas.openxmlformats.org/officeDocument/2006/relationships" r:embed="rId3"/>
          <a:stretch>
            <a:fillRect/>
          </a:stretch>
        </a:blipFill>
      </dgm:spPr>
    </dgm:pt>
    <dgm:pt modelId="{EF398D24-FF11-4A32-AC29-9C70022ED9A6}" type="pres">
      <dgm:prSet presAssocID="{D9FB7ECC-5E59-4F86-B74C-EAD100460C13}" presName="text" presStyleCnt="0">
        <dgm:presLayoutVars>
          <dgm:bulletEnabled val="1"/>
        </dgm:presLayoutVars>
      </dgm:prSet>
      <dgm:spPr/>
    </dgm:pt>
    <dgm:pt modelId="{6EAE6E79-BB6C-48D7-88A2-14B1D83BD28F}" type="pres">
      <dgm:prSet presAssocID="{8CAE556C-B21B-4A1B-A619-7E8E397C788B}" presName="spacer" presStyleCnt="0"/>
      <dgm:spPr/>
    </dgm:pt>
    <dgm:pt modelId="{6EBE7EAA-9E3F-4873-86DE-1A6E8846BB5B}" type="pres">
      <dgm:prSet presAssocID="{86AA07FB-8816-4F66-8BCF-5403DBA5E64D}" presName="comp" presStyleCnt="0"/>
      <dgm:spPr/>
    </dgm:pt>
    <dgm:pt modelId="{4B06F6D6-4258-4E4D-BF7B-B6329665D33D}" type="pres">
      <dgm:prSet presAssocID="{86AA07FB-8816-4F66-8BCF-5403DBA5E64D}" presName="box" presStyleLbl="node1" presStyleIdx="3" presStyleCnt="4"/>
      <dgm:spPr/>
    </dgm:pt>
    <dgm:pt modelId="{63245985-D369-4840-873E-EEDA93DDE274}" type="pres">
      <dgm:prSet presAssocID="{86AA07FB-8816-4F66-8BCF-5403DBA5E64D}" presName="img" presStyleLbl="fgImgPlace1" presStyleIdx="3" presStyleCnt="4"/>
      <dgm:spPr>
        <a:blipFill>
          <a:blip xmlns:r="http://schemas.openxmlformats.org/officeDocument/2006/relationships" r:embed="rId4"/>
          <a:stretch>
            <a:fillRect/>
          </a:stretch>
        </a:blipFill>
      </dgm:spPr>
    </dgm:pt>
    <dgm:pt modelId="{9373472B-1EA3-4F7B-ACB9-E89806115C35}" type="pres">
      <dgm:prSet presAssocID="{86AA07FB-8816-4F66-8BCF-5403DBA5E64D}" presName="text" presStyleCnt="0">
        <dgm:presLayoutVars>
          <dgm:bulletEnabled val="1"/>
        </dgm:presLayoutVars>
      </dgm:prSet>
      <dgm:spPr/>
    </dgm:pt>
  </dgm:ptLst>
  <dgm:cxnLst>
    <dgm:cxn modelId="{D19EE6E3-D7E5-4699-B8D4-316C8079AF93}" srcId="{9A3F6FF1-7C2F-455D-9C8B-B80B588EC7B4}" destId="{07F9A834-4D94-4931-93AD-E12499108428}" srcOrd="0" destOrd="0" parTransId="{E7356527-0C15-4E18-BCB7-0963A73ACEA5}" sibTransId="{8A335AB5-E98B-486A-BB89-8CECD6F7716A}"/>
    <dgm:cxn modelId="{060DDB97-4F55-484A-B34B-BC3739A012DE}" srcId="{07F9A834-4D94-4931-93AD-E12499108428}" destId="{AF157A21-F378-4435-98DD-50594C6C0764}" srcOrd="0" destOrd="0" parTransId="{92EC7B73-B71E-4FEE-B4E2-EC94990771BE}" sibTransId="{A8A5472A-EB9D-4D3C-BDF3-E25CF990C1BF}"/>
    <dgm:cxn modelId="{545320C4-CF7C-4FF3-94BD-B0503BFB5F10}" srcId="{9A3F6FF1-7C2F-455D-9C8B-B80B588EC7B4}" destId="{B2620278-44A7-4582-8B8F-903EFA3FE84F}" srcOrd="1" destOrd="0" parTransId="{C6161972-0E9E-41F1-B2A0-45737E49BCCC}" sibTransId="{04E1C1A1-967A-4191-9D7B-A15C926E6334}"/>
    <dgm:cxn modelId="{ACA3042A-7F91-4134-BBE5-E31350D0010A}" srcId="{B2620278-44A7-4582-8B8F-903EFA3FE84F}" destId="{F5E67D7F-F471-4A8C-8C23-F37EFCDFCC83}" srcOrd="0" destOrd="1" parTransId="{EF99665B-8644-4E83-BFB3-49E33465E057}" sibTransId="{9B32504E-5C56-4D6C-8243-B5E947E451D0}"/>
    <dgm:cxn modelId="{34392785-616B-4D80-81D7-FBF1CEB32AC8}" srcId="{9A3F6FF1-7C2F-455D-9C8B-B80B588EC7B4}" destId="{D9FB7ECC-5E59-4F86-B74C-EAD100460C13}" srcOrd="2" destOrd="0" parTransId="{37682D1B-25BD-4B73-9F28-987BF5B7DED8}" sibTransId="{8CAE556C-B21B-4A1B-A619-7E8E397C788B}"/>
    <dgm:cxn modelId="{B455B002-0A3E-4386-BA0B-FEA255C17271}" srcId="{D9FB7ECC-5E59-4F86-B74C-EAD100460C13}" destId="{0132189F-8A16-4164-BD3C-59512CC64A7C}" srcOrd="0" destOrd="2" parTransId="{C7B0BA9B-3A0A-478A-9B11-1A1261E75847}" sibTransId="{ADB4C645-86C9-4459-B6C6-C6D378A3BA20}"/>
    <dgm:cxn modelId="{0F771D5F-94E5-45FC-A49F-71B22DFEFF50}" srcId="{9A3F6FF1-7C2F-455D-9C8B-B80B588EC7B4}" destId="{86AA07FB-8816-4F66-8BCF-5403DBA5E64D}" srcOrd="3" destOrd="0" parTransId="{7F989CDC-2192-444C-A66F-B9725EC6BACE}" sibTransId="{41B8A7A6-0A53-4DEC-9A4F-3202C79C32D0}"/>
    <dgm:cxn modelId="{3A51EAC8-46EB-4627-9412-D2D9CCC6256D}" srcId="{86AA07FB-8816-4F66-8BCF-5403DBA5E64D}" destId="{841A4B3C-27C6-4A69-AF5B-0F2108D3B705}" srcOrd="0" destOrd="3" parTransId="{711969A8-C00C-49C0-B71A-EC60D9EF24F9}" sibTransId="{A2D2DE3C-C896-4E25-B563-41967A75B17F}"/>
    <dgm:cxn modelId="{C8C5DE61-0C2E-47EA-AEF0-F25BF4D29452}" type="presOf" srcId="{9A3F6FF1-7C2F-455D-9C8B-B80B588EC7B4}" destId="{FF90211E-526F-4262-92C8-260CC0BA71EF}" srcOrd="0" destOrd="0" presId="urn:microsoft.com/office/officeart/2005/8/layout/vList4"/>
    <dgm:cxn modelId="{36A29860-E824-4C25-BF0D-619E19C3DE65}" type="presParOf" srcId="{FF90211E-526F-4262-92C8-260CC0BA71EF}" destId="{EACC82F1-E38C-4E69-9CA1-891A9653B4E1}" srcOrd="0" destOrd="0" presId="urn:microsoft.com/office/officeart/2005/8/layout/vList4"/>
    <dgm:cxn modelId="{32556AA1-BD4C-4B58-A02E-53F6477962BD}" type="presParOf" srcId="{EACC82F1-E38C-4E69-9CA1-891A9653B4E1}" destId="{5EDE76D8-9BCC-482A-83FD-2B2563A97F3B}" srcOrd="0" destOrd="0" presId="urn:microsoft.com/office/officeart/2005/8/layout/vList4"/>
    <dgm:cxn modelId="{871DE6CA-664D-4285-9578-7CD2546EDFB6}" type="presOf" srcId="{07F9A834-4D94-4931-93AD-E12499108428}" destId="{5EDE76D8-9BCC-482A-83FD-2B2563A97F3B}" srcOrd="0" destOrd="0" presId="urn:microsoft.com/office/officeart/2005/8/layout/vList4"/>
    <dgm:cxn modelId="{8663D54E-0960-4719-AB3D-6403EBA3E856}" type="presOf" srcId="{AF157A21-F378-4435-98DD-50594C6C0764}" destId="{5EDE76D8-9BCC-482A-83FD-2B2563A97F3B}" srcOrd="0" destOrd="1" presId="urn:microsoft.com/office/officeart/2005/8/layout/vList4"/>
    <dgm:cxn modelId="{BBFA2B0F-6CD0-42B8-B5B2-4BE4BD08F54F}" type="presParOf" srcId="{EACC82F1-E38C-4E69-9CA1-891A9653B4E1}" destId="{7989DEA8-880A-4177-9232-BAD5559C31F3}" srcOrd="1" destOrd="0" presId="urn:microsoft.com/office/officeart/2005/8/layout/vList4"/>
    <dgm:cxn modelId="{4E9BD245-C193-43E9-BBAA-1B07EE7B5FAB}" type="presParOf" srcId="{EACC82F1-E38C-4E69-9CA1-891A9653B4E1}" destId="{00392E97-6585-43F7-B866-BC0F5F59FEF1}" srcOrd="2" destOrd="0" presId="urn:microsoft.com/office/officeart/2005/8/layout/vList4"/>
    <dgm:cxn modelId="{D65F771E-765E-413A-AB24-BD32B508CF01}" type="presOf" srcId="{07F9A834-4D94-4931-93AD-E12499108428}" destId="{00392E97-6585-43F7-B866-BC0F5F59FEF1}" srcOrd="1" destOrd="0" presId="urn:microsoft.com/office/officeart/2005/8/layout/vList4"/>
    <dgm:cxn modelId="{145D1B80-1890-48D4-A620-D1430E149D2E}" type="presOf" srcId="{AF157A21-F378-4435-98DD-50594C6C0764}" destId="{00392E97-6585-43F7-B866-BC0F5F59FEF1}" srcOrd="1" destOrd="1" presId="urn:microsoft.com/office/officeart/2005/8/layout/vList4"/>
    <dgm:cxn modelId="{5E7D7720-83E9-4815-967D-CE2BF0314330}" type="presParOf" srcId="{FF90211E-526F-4262-92C8-260CC0BA71EF}" destId="{A22C12A1-CF35-46A3-A018-86FF292D0DB3}" srcOrd="1" destOrd="0" presId="urn:microsoft.com/office/officeart/2005/8/layout/vList4"/>
    <dgm:cxn modelId="{B41E7CBA-9B02-4E3E-BFC7-6D6456ECA730}" type="presOf" srcId="{8A335AB5-E98B-486A-BB89-8CECD6F7716A}" destId="{A22C12A1-CF35-46A3-A018-86FF292D0DB3}" srcOrd="0" destOrd="0" presId="urn:microsoft.com/office/officeart/2005/8/layout/vList4"/>
    <dgm:cxn modelId="{67644266-45CC-4BE2-9434-1ABDDE574163}" type="presParOf" srcId="{FF90211E-526F-4262-92C8-260CC0BA71EF}" destId="{601B874A-8D1E-4709-820E-3B36E2EEEB94}" srcOrd="2" destOrd="0" presId="urn:microsoft.com/office/officeart/2005/8/layout/vList4"/>
    <dgm:cxn modelId="{A91847F3-C705-408F-A3A7-20A28C240614}" type="presParOf" srcId="{601B874A-8D1E-4709-820E-3B36E2EEEB94}" destId="{FDCA1D01-F480-40EB-AB64-AF7A3F8581C7}" srcOrd="0" destOrd="2" presId="urn:microsoft.com/office/officeart/2005/8/layout/vList4"/>
    <dgm:cxn modelId="{2F4A6A31-977B-48BD-AC16-982956AA1504}" type="presOf" srcId="{B2620278-44A7-4582-8B8F-903EFA3FE84F}" destId="{FDCA1D01-F480-40EB-AB64-AF7A3F8581C7}" srcOrd="0" destOrd="0" presId="urn:microsoft.com/office/officeart/2005/8/layout/vList4"/>
    <dgm:cxn modelId="{35F8B220-E74E-4BBF-8E32-BA0371F63A8F}" type="presOf" srcId="{F5E67D7F-F471-4A8C-8C23-F37EFCDFCC83}" destId="{FDCA1D01-F480-40EB-AB64-AF7A3F8581C7}" srcOrd="0" destOrd="1" presId="urn:microsoft.com/office/officeart/2005/8/layout/vList4"/>
    <dgm:cxn modelId="{AB535CEB-3D9B-43F7-9C28-50DDA5C7E0D1}" type="presParOf" srcId="{601B874A-8D1E-4709-820E-3B36E2EEEB94}" destId="{B4D78B09-9A77-4367-92B2-7401010E112B}" srcOrd="1" destOrd="2" presId="urn:microsoft.com/office/officeart/2005/8/layout/vList4"/>
    <dgm:cxn modelId="{34D722F8-475E-46C4-81FE-B3D8861F13BC}" type="presParOf" srcId="{601B874A-8D1E-4709-820E-3B36E2EEEB94}" destId="{0694110D-0945-447A-B005-C90328F34348}" srcOrd="2" destOrd="2" presId="urn:microsoft.com/office/officeart/2005/8/layout/vList4"/>
    <dgm:cxn modelId="{CE91D96B-1912-45B5-8A14-F7B2D31E0240}" type="presOf" srcId="{B2620278-44A7-4582-8B8F-903EFA3FE84F}" destId="{0694110D-0945-447A-B005-C90328F34348}" srcOrd="1" destOrd="0" presId="urn:microsoft.com/office/officeart/2005/8/layout/vList4"/>
    <dgm:cxn modelId="{36DA079A-B0C6-405D-86FA-6B1DF5977651}" type="presOf" srcId="{F5E67D7F-F471-4A8C-8C23-F37EFCDFCC83}" destId="{0694110D-0945-447A-B005-C90328F34348}" srcOrd="1" destOrd="1" presId="urn:microsoft.com/office/officeart/2005/8/layout/vList4"/>
    <dgm:cxn modelId="{9A7DE5CB-EAC4-456B-87E2-B5A8A123D681}" type="presParOf" srcId="{FF90211E-526F-4262-92C8-260CC0BA71EF}" destId="{B48E32A5-5F8F-4952-92C8-5EB8D0F8AE0E}" srcOrd="3" destOrd="0" presId="urn:microsoft.com/office/officeart/2005/8/layout/vList4"/>
    <dgm:cxn modelId="{47A570AF-C235-4B09-8F4F-441E413CEC5F}" type="presOf" srcId="{04E1C1A1-967A-4191-9D7B-A15C926E6334}" destId="{B48E32A5-5F8F-4952-92C8-5EB8D0F8AE0E}" srcOrd="0" destOrd="0" presId="urn:microsoft.com/office/officeart/2005/8/layout/vList4"/>
    <dgm:cxn modelId="{97B69629-2AFB-4FF3-A500-F805E9399B18}" type="presParOf" srcId="{FF90211E-526F-4262-92C8-260CC0BA71EF}" destId="{1AA539FF-7A48-4294-BE52-D23C695FC877}" srcOrd="4" destOrd="0" presId="urn:microsoft.com/office/officeart/2005/8/layout/vList4"/>
    <dgm:cxn modelId="{2B91DB87-64A2-4982-9C41-16BBE487E496}" type="presParOf" srcId="{1AA539FF-7A48-4294-BE52-D23C695FC877}" destId="{0C5FDF78-8843-4CE2-AD2F-C29154219F5E}" srcOrd="0" destOrd="4" presId="urn:microsoft.com/office/officeart/2005/8/layout/vList4"/>
    <dgm:cxn modelId="{301DF38A-F046-4DE3-9066-3FB0D68569EB}" type="presOf" srcId="{D9FB7ECC-5E59-4F86-B74C-EAD100460C13}" destId="{0C5FDF78-8843-4CE2-AD2F-C29154219F5E}" srcOrd="0" destOrd="0" presId="urn:microsoft.com/office/officeart/2005/8/layout/vList4"/>
    <dgm:cxn modelId="{7168E2CF-7397-4E3F-83DC-9D11F9F996DE}" type="presOf" srcId="{0132189F-8A16-4164-BD3C-59512CC64A7C}" destId="{0C5FDF78-8843-4CE2-AD2F-C29154219F5E}" srcOrd="0" destOrd="1" presId="urn:microsoft.com/office/officeart/2005/8/layout/vList4"/>
    <dgm:cxn modelId="{740CEB46-EA8E-4B14-8C80-EC87098EB70D}" type="presParOf" srcId="{1AA539FF-7A48-4294-BE52-D23C695FC877}" destId="{B2F3D991-2F53-4E23-AD4B-FA40C43BBE09}" srcOrd="1" destOrd="4" presId="urn:microsoft.com/office/officeart/2005/8/layout/vList4"/>
    <dgm:cxn modelId="{CF4B7AD1-3369-478C-8479-04CA732A9FA4}" type="presParOf" srcId="{1AA539FF-7A48-4294-BE52-D23C695FC877}" destId="{EF398D24-FF11-4A32-AC29-9C70022ED9A6}" srcOrd="2" destOrd="4" presId="urn:microsoft.com/office/officeart/2005/8/layout/vList4"/>
    <dgm:cxn modelId="{6FBFFFAC-5F18-4708-88A9-4A2594DF8F80}" type="presOf" srcId="{D9FB7ECC-5E59-4F86-B74C-EAD100460C13}" destId="{EF398D24-FF11-4A32-AC29-9C70022ED9A6}" srcOrd="1" destOrd="0" presId="urn:microsoft.com/office/officeart/2005/8/layout/vList4"/>
    <dgm:cxn modelId="{821393DC-2850-48C7-81BA-608B60CDD3CA}" type="presOf" srcId="{0132189F-8A16-4164-BD3C-59512CC64A7C}" destId="{EF398D24-FF11-4A32-AC29-9C70022ED9A6}" srcOrd="1" destOrd="1" presId="urn:microsoft.com/office/officeart/2005/8/layout/vList4"/>
    <dgm:cxn modelId="{E0D2E70A-D0B3-48B3-B699-68B5C1AEA08A}" type="presParOf" srcId="{FF90211E-526F-4262-92C8-260CC0BA71EF}" destId="{6EAE6E79-BB6C-48D7-88A2-14B1D83BD28F}" srcOrd="5" destOrd="0" presId="urn:microsoft.com/office/officeart/2005/8/layout/vList4"/>
    <dgm:cxn modelId="{ACB0A4DA-5C00-479C-AACF-3890CF01B40F}" type="presOf" srcId="{8CAE556C-B21B-4A1B-A619-7E8E397C788B}" destId="{6EAE6E79-BB6C-48D7-88A2-14B1D83BD28F}" srcOrd="0" destOrd="0" presId="urn:microsoft.com/office/officeart/2005/8/layout/vList4"/>
    <dgm:cxn modelId="{5B575444-DA88-4435-A830-11F2A01EEF00}" type="presParOf" srcId="{FF90211E-526F-4262-92C8-260CC0BA71EF}" destId="{6EBE7EAA-9E3F-4873-86DE-1A6E8846BB5B}" srcOrd="6" destOrd="0" presId="urn:microsoft.com/office/officeart/2005/8/layout/vList4"/>
    <dgm:cxn modelId="{744E5BC5-572F-4189-9DC1-B3D069436E07}" type="presParOf" srcId="{6EBE7EAA-9E3F-4873-86DE-1A6E8846BB5B}" destId="{4B06F6D6-4258-4E4D-BF7B-B6329665D33D}" srcOrd="0" destOrd="6" presId="urn:microsoft.com/office/officeart/2005/8/layout/vList4"/>
    <dgm:cxn modelId="{FDBB154D-F44D-46CC-8449-C4200D78529E}" type="presOf" srcId="{86AA07FB-8816-4F66-8BCF-5403DBA5E64D}" destId="{4B06F6D6-4258-4E4D-BF7B-B6329665D33D}" srcOrd="0" destOrd="0" presId="urn:microsoft.com/office/officeart/2005/8/layout/vList4"/>
    <dgm:cxn modelId="{96491ACF-FC5C-4050-803D-0E5C5D96CE3C}" type="presOf" srcId="{841A4B3C-27C6-4A69-AF5B-0F2108D3B705}" destId="{4B06F6D6-4258-4E4D-BF7B-B6329665D33D}" srcOrd="0" destOrd="1" presId="urn:microsoft.com/office/officeart/2005/8/layout/vList4"/>
    <dgm:cxn modelId="{3293754C-F17F-4154-9C4C-9834F5AD4D1A}" type="presParOf" srcId="{6EBE7EAA-9E3F-4873-86DE-1A6E8846BB5B}" destId="{63245985-D369-4840-873E-EEDA93DDE274}" srcOrd="1" destOrd="6" presId="urn:microsoft.com/office/officeart/2005/8/layout/vList4"/>
    <dgm:cxn modelId="{CE1AB059-594A-417C-8487-19A0DB6E1698}" type="presParOf" srcId="{6EBE7EAA-9E3F-4873-86DE-1A6E8846BB5B}" destId="{9373472B-1EA3-4F7B-ACB9-E89806115C35}" srcOrd="2" destOrd="6" presId="urn:microsoft.com/office/officeart/2005/8/layout/vList4"/>
    <dgm:cxn modelId="{A5B37CE1-5E8D-4EB2-881B-7A7A4C61B9FF}" type="presOf" srcId="{86AA07FB-8816-4F66-8BCF-5403DBA5E64D}" destId="{9373472B-1EA3-4F7B-ACB9-E89806115C35}" srcOrd="1" destOrd="0" presId="urn:microsoft.com/office/officeart/2005/8/layout/vList4"/>
    <dgm:cxn modelId="{0461AD81-C09D-4B1D-8D76-B3B105124EF8}" type="presOf" srcId="{841A4B3C-27C6-4A69-AF5B-0F2108D3B705}" destId="{9373472B-1EA3-4F7B-ACB9-E89806115C35}" srcOrd="1" destOrd="1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5EDE76D8-9BCC-482A-83FD-2B2563A97F3B}">
      <dsp:nvSpPr>
        <dsp:cNvPr id="3" name="圆角矩形 2"/>
        <dsp:cNvSpPr/>
      </dsp:nvSpPr>
      <dsp:spPr bwMode="white">
        <a:xfrm>
          <a:off x="0" y="0"/>
          <a:ext cx="8128000" cy="1260106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4">
            <a:hueOff val="0"/>
            <a:satOff val="0"/>
            <a:lumOff val="0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vert="horz" wrap="square" lIns="87630" tIns="87630" rIns="87630" bIns="87630" anchor="t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戴口罩</a:t>
          </a:r>
          <a:endParaRPr lang="zh-CN"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需要外出乘坐交通工具时，建议佩戴医用外科口罩</a:t>
          </a:r>
          <a:endParaRPr lang="zh-CN" altLang="en-US"/>
        </a:p>
      </dsp:txBody>
      <dsp:txXfrm>
        <a:off x="0" y="0"/>
        <a:ext cx="8128000" cy="1260106"/>
      </dsp:txXfrm>
    </dsp:sp>
    <dsp:sp modelId="{7989DEA8-880A-4177-9232-BAD5559C31F3}">
      <dsp:nvSpPr>
        <dsp:cNvPr id="4" name="圆角矩形 3"/>
        <dsp:cNvSpPr/>
      </dsp:nvSpPr>
      <dsp:spPr bwMode="white">
        <a:xfrm>
          <a:off x="6376389" y="126011"/>
          <a:ext cx="1625600" cy="1008085"/>
        </a:xfrm>
        <a:prstGeom prst="roundRect">
          <a:avLst>
            <a:gd name="adj" fmla="val 10000"/>
          </a:avLst>
        </a:prstGeom>
        <a:blipFill>
          <a:blip r:embed="rId1"/>
          <a:stretch>
            <a:fillRect/>
          </a:stretch>
        </a:blipFill>
      </dsp:spPr>
      <dsp:style>
        <a:lnRef idx="0">
          <a:schemeClr val="lt1"/>
        </a:lnRef>
        <a:fillRef idx="1">
          <a:schemeClr val="accent4">
            <a:tint val="50000"/>
            <a:hueOff val="0"/>
            <a:satOff val="0"/>
            <a:lumOff val="0"/>
            <a:alpha val="100000"/>
          </a:schemeClr>
        </a:fillRef>
        <a:effectRef idx="3">
          <a:scrgbClr r="0" g="0" b="0"/>
        </a:effectRef>
        <a:fontRef idx="minor"/>
      </dsp:style>
      <dsp:txXfrm>
        <a:off x="6376389" y="126011"/>
        <a:ext cx="1625600" cy="1008085"/>
      </dsp:txXfrm>
    </dsp:sp>
    <dsp:sp modelId="{FDCA1D01-F480-40EB-AB64-AF7A3F8581C7}">
      <dsp:nvSpPr>
        <dsp:cNvPr id="5" name="圆角矩形 4"/>
        <dsp:cNvSpPr/>
      </dsp:nvSpPr>
      <dsp:spPr bwMode="white">
        <a:xfrm>
          <a:off x="0" y="1386116"/>
          <a:ext cx="8128000" cy="1260106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4">
            <a:hueOff val="-480000"/>
            <a:satOff val="-5881"/>
            <a:lumOff val="915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vert="horz" wrap="square" lIns="87630" tIns="87630" rIns="87630" bIns="87630" anchor="t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勤洗手</a:t>
          </a:r>
          <a:endParaRPr lang="zh-CN"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使用流水或含酒精成分的免洗洗手液洗手，不洗手不接触口、鼻、眼等部位</a:t>
          </a:r>
          <a:endParaRPr lang="zh-CN" altLang="en-US"/>
        </a:p>
      </dsp:txBody>
      <dsp:txXfrm>
        <a:off x="0" y="1386116"/>
        <a:ext cx="8128000" cy="1260106"/>
      </dsp:txXfrm>
    </dsp:sp>
    <dsp:sp modelId="{B4D78B09-9A77-4367-92B2-7401010E112B}">
      <dsp:nvSpPr>
        <dsp:cNvPr id="6" name="圆角矩形 5"/>
        <dsp:cNvSpPr/>
      </dsp:nvSpPr>
      <dsp:spPr bwMode="white">
        <a:xfrm>
          <a:off x="6376389" y="1512127"/>
          <a:ext cx="1625600" cy="1008085"/>
        </a:xfrm>
        <a:prstGeom prst="roundRect">
          <a:avLst>
            <a:gd name="adj" fmla="val 10000"/>
          </a:avLst>
        </a:prstGeom>
        <a:blipFill>
          <a:blip r:embed="rId2"/>
          <a:stretch>
            <a:fillRect/>
          </a:stretch>
        </a:blipFill>
      </dsp:spPr>
      <dsp:style>
        <a:lnRef idx="0">
          <a:schemeClr val="lt1"/>
        </a:lnRef>
        <a:fillRef idx="1">
          <a:schemeClr val="accent4">
            <a:tint val="50000"/>
            <a:hueOff val="-440000"/>
            <a:satOff val="-7581"/>
            <a:lumOff val="0"/>
            <a:alpha val="100000"/>
          </a:schemeClr>
        </a:fillRef>
        <a:effectRef idx="3">
          <a:scrgbClr r="0" g="0" b="0"/>
        </a:effectRef>
        <a:fontRef idx="minor"/>
      </dsp:style>
      <dsp:txXfrm>
        <a:off x="6376389" y="1512127"/>
        <a:ext cx="1625600" cy="1008085"/>
      </dsp:txXfrm>
    </dsp:sp>
    <dsp:sp modelId="{0C5FDF78-8843-4CE2-AD2F-C29154219F5E}">
      <dsp:nvSpPr>
        <dsp:cNvPr id="7" name="圆角矩形 6"/>
        <dsp:cNvSpPr/>
      </dsp:nvSpPr>
      <dsp:spPr bwMode="white">
        <a:xfrm>
          <a:off x="0" y="2772233"/>
          <a:ext cx="8128000" cy="1260106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4">
            <a:hueOff val="-960000"/>
            <a:satOff val="-11764"/>
            <a:lumOff val="1830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vert="horz" wrap="square" lIns="87630" tIns="87630" rIns="87630" bIns="87630" anchor="t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及时就医</a:t>
          </a:r>
          <a:endParaRPr lang="zh-CN"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出现发热呼吸道症状，应及时到医院就医，并减少与家庭成员的接触</a:t>
          </a:r>
          <a:endParaRPr lang="zh-CN" altLang="en-US"/>
        </a:p>
      </dsp:txBody>
      <dsp:txXfrm>
        <a:off x="0" y="2772233"/>
        <a:ext cx="8128000" cy="1260106"/>
      </dsp:txXfrm>
    </dsp:sp>
    <dsp:sp modelId="{B2F3D991-2F53-4E23-AD4B-FA40C43BBE09}">
      <dsp:nvSpPr>
        <dsp:cNvPr id="8" name="圆角矩形 7"/>
        <dsp:cNvSpPr/>
      </dsp:nvSpPr>
      <dsp:spPr bwMode="white">
        <a:xfrm>
          <a:off x="6376389" y="2898243"/>
          <a:ext cx="1625600" cy="1008085"/>
        </a:xfrm>
        <a:prstGeom prst="roundRect">
          <a:avLst>
            <a:gd name="adj" fmla="val 10000"/>
          </a:avLst>
        </a:prstGeom>
        <a:blipFill>
          <a:blip r:embed="rId3"/>
          <a:stretch>
            <a:fillRect/>
          </a:stretch>
        </a:blipFill>
      </dsp:spPr>
      <dsp:style>
        <a:lnRef idx="0">
          <a:schemeClr val="lt1"/>
        </a:lnRef>
        <a:fillRef idx="1">
          <a:schemeClr val="accent4">
            <a:tint val="50000"/>
            <a:hueOff val="-880000"/>
            <a:satOff val="-15162"/>
            <a:lumOff val="0"/>
            <a:alpha val="100000"/>
          </a:schemeClr>
        </a:fillRef>
        <a:effectRef idx="3">
          <a:scrgbClr r="0" g="0" b="0"/>
        </a:effectRef>
        <a:fontRef idx="minor"/>
      </dsp:style>
      <dsp:txXfrm>
        <a:off x="6376389" y="2898243"/>
        <a:ext cx="1625600" cy="1008085"/>
      </dsp:txXfrm>
    </dsp:sp>
    <dsp:sp modelId="{4B06F6D6-4258-4E4D-BF7B-B6329665D33D}">
      <dsp:nvSpPr>
        <dsp:cNvPr id="11" name="圆角矩形 10"/>
        <dsp:cNvSpPr/>
      </dsp:nvSpPr>
      <dsp:spPr bwMode="white">
        <a:xfrm>
          <a:off x="0" y="4158349"/>
          <a:ext cx="8128000" cy="1260106"/>
        </a:xfrm>
        <a:prstGeom prst="roundRect">
          <a:avLst>
            <a:gd name="adj" fmla="val 10000"/>
          </a:avLst>
        </a:prstGeom>
      </dsp:spPr>
      <dsp:style>
        <a:lnRef idx="0">
          <a:schemeClr val="lt1"/>
        </a:lnRef>
        <a:fillRef idx="3">
          <a:schemeClr val="accent4">
            <a:hueOff val="-1440000"/>
            <a:satOff val="-17646"/>
            <a:lumOff val="2745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vert="horz" wrap="square" lIns="87630" tIns="87630" rIns="87630" bIns="87630" anchor="t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自</a:t>
          </a: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觉隔离</a:t>
          </a:r>
          <a:endParaRPr lang="zh-CN" altLang="en-US" spc="150">
            <a:effectLst>
              <a:outerShdw blurRad="63500" sx="102000" sy="102000" algn="ctr" rotWithShape="0">
                <a:schemeClr val="accent6">
                  <a:lumMod val="50000"/>
                  <a:alpha val="40000"/>
                </a:schemeClr>
              </a:outerShdw>
            </a:effectLst>
            <a:uFillTx/>
            <a:latin typeface="Arial" panose="020B0604020202020204" pitchFamily="34" charset="0"/>
            <a:ea typeface="微软雅黑" panose="020B0503020204020204" pitchFamily="34" charset="-122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有</a:t>
          </a:r>
          <a:r>
            <a:rPr lang="en-US" altLang="zh-CN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A</a:t>
          </a: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地区</a:t>
          </a:r>
          <a:r>
            <a:rPr lang="zh-CN" altLang="en-US" spc="150"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rPr>
            <a:t>旅行或居住史，或者接触过确诊患者，应根据要求进行医学观察或隔离</a:t>
          </a:r>
          <a:endParaRPr altLang="en-US"/>
        </a:p>
      </dsp:txBody>
      <dsp:txXfrm>
        <a:off x="0" y="4158349"/>
        <a:ext cx="8128000" cy="1260106"/>
      </dsp:txXfrm>
    </dsp:sp>
    <dsp:sp modelId="{63245985-D369-4840-873E-EEDA93DDE274}">
      <dsp:nvSpPr>
        <dsp:cNvPr id="12" name="圆角矩形 11"/>
        <dsp:cNvSpPr/>
      </dsp:nvSpPr>
      <dsp:spPr bwMode="white">
        <a:xfrm>
          <a:off x="6376389" y="4284360"/>
          <a:ext cx="1625600" cy="1008085"/>
        </a:xfrm>
        <a:prstGeom prst="roundRect">
          <a:avLst>
            <a:gd name="adj" fmla="val 10000"/>
          </a:avLst>
        </a:prstGeom>
        <a:blipFill>
          <a:blip r:embed="rId4"/>
          <a:stretch>
            <a:fillRect/>
          </a:stretch>
        </a:blipFill>
      </dsp:spPr>
      <dsp:style>
        <a:lnRef idx="0">
          <a:schemeClr val="lt1"/>
        </a:lnRef>
        <a:fillRef idx="1">
          <a:schemeClr val="accent4">
            <a:tint val="50000"/>
            <a:hueOff val="-1320000"/>
            <a:satOff val="-22744"/>
            <a:lumOff val="0"/>
            <a:alpha val="100000"/>
          </a:schemeClr>
        </a:fillRef>
        <a:effectRef idx="3">
          <a:scrgbClr r="0" g="0" b="0"/>
        </a:effectRef>
        <a:fontRef idx="minor"/>
      </dsp:style>
      <dsp:txXfrm>
        <a:off x="6376389" y="4284360"/>
        <a:ext cx="1625600" cy="10080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标题占位符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80" y="1049020"/>
            <a:ext cx="9799320" cy="1854200"/>
          </a:xfrm>
          <a:prstGeom prst="rect">
            <a:avLst/>
          </a:prstGeom>
        </p:spPr>
        <p:txBody>
          <a:bodyPr vert="horz" lIns="90170" tIns="46990" rIns="90170" bIns="46990" rtlCol="0" anchor="b" anchorCtr="0">
            <a:noAutofit/>
          </a:bodyPr>
          <a:lstStyle>
            <a:lvl1pPr algn="l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198880" y="2973070"/>
            <a:ext cx="9799320" cy="72263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 algn="l" eaLnBrk="1" fontAlgn="auto" latinLnBrk="0" hangingPunct="1">
              <a:lnSpc>
                <a:spcPct val="110000"/>
              </a:lnSpc>
              <a:buNone/>
              <a:defRPr sz="2400"/>
            </a:lvl1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990800" y="3151805"/>
            <a:ext cx="7768800" cy="7668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990800" y="3918605"/>
            <a:ext cx="7768800" cy="8676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3"/>
            <p:custDataLst>
              <p:tags r:id="rId6"/>
            </p:custDataLst>
          </p:nvPr>
        </p:nvSpPr>
        <p:spPr>
          <a:xfrm>
            <a:off x="608400" y="1501200"/>
            <a:ext cx="5176800" cy="4748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4"/>
            <p:custDataLst>
              <p:tags r:id="rId7"/>
            </p:custDataLst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占位符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0234800" y="914400"/>
            <a:ext cx="1044000" cy="5029200"/>
          </a:xfrm>
          <a:prstGeom prst="rect">
            <a:avLst/>
          </a:prstGeom>
        </p:spPr>
        <p:txBody>
          <a:bodyPr vert="eaVert" lIns="90170" tIns="46990" rIns="90170" bIns="46990" rtlCol="0"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914400" y="914400"/>
            <a:ext cx="9169200" cy="5029200"/>
          </a:xfrm>
          <a:prstGeom prst="rect">
            <a:avLst/>
          </a:prstGeom>
        </p:spPr>
        <p:txBody>
          <a:bodyPr vert="eaVert" lIns="90000" tIns="46800" rIns="90000" bIns="4680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占位符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</p:spPr>
        <p:txBody>
          <a:bodyPr vert="horz" lIns="90170" tIns="46990" rIns="90170" bIns="46990" rtlCol="0" anchor="b" anchorCtr="0">
            <a:no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44.xml"/><Relationship Id="rId14" Type="http://schemas.openxmlformats.org/officeDocument/2006/relationships/image" Target="../media/image1.png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4"/>
            </a:gs>
            <a:gs pos="50000">
              <a:schemeClr val="accent5"/>
            </a:gs>
            <a:gs pos="100000">
              <a:schemeClr val="accent6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effectLst>
            <a:outerShdw blurRad="63500" sx="102000" sy="102000" algn="ctr" rotWithShape="0">
              <a:schemeClr val="accent6">
                <a:lumMod val="50000"/>
                <a:alpha val="40000"/>
              </a:schemeClr>
            </a:outerShdw>
          </a:effectLst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effectLst>
            <a:outerShdw blurRad="63500" sx="102000" sy="102000" algn="ctr" rotWithShape="0">
              <a:schemeClr val="accent6">
                <a:lumMod val="50000"/>
                <a:alpha val="40000"/>
              </a:schemeClr>
            </a:outerShdw>
          </a:effectLst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effectLst>
            <a:outerShdw blurRad="63500" sx="102000" sy="102000" algn="ctr" rotWithShape="0">
              <a:schemeClr val="accent6">
                <a:lumMod val="50000"/>
                <a:alpha val="4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PLOGO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797185" y="568135"/>
            <a:ext cx="780415" cy="786130"/>
          </a:xfrm>
          <a:prstGeom prst="rect">
            <a:avLst/>
          </a:prstGeom>
        </p:spPr>
      </p:pic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just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just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just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just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just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image" Target="../media/image4.png"/><Relationship Id="rId7" Type="http://schemas.microsoft.com/office/2007/relationships/media" Target="file:///E:\&#32531;&#23384;&#25991;&#20214;\QQ&#32531;&#23384;\24&#24180;9&#26376;&#20108;&#32423;WPS&#26032;&#39064;\&#25913;&#32534;&#28436;&#31034;&#39064;1\P&#32972;&#26223;&#38899;&#20048;.mp3" TargetMode="External"/><Relationship Id="rId6" Type="http://schemas.openxmlformats.org/officeDocument/2006/relationships/audio" Target="file:///E:\&#32531;&#23384;&#25991;&#20214;\QQ&#32531;&#23384;\24&#24180;9&#26376;&#20108;&#32423;WPS&#26032;&#39064;\&#25913;&#32534;&#28436;&#31034;&#39064;1\P&#32972;&#26223;&#38899;&#20048;.mp3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4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image" Target="../media/image8.png"/><Relationship Id="rId7" Type="http://schemas.openxmlformats.org/officeDocument/2006/relationships/slide" Target="slide12.xml"/><Relationship Id="rId6" Type="http://schemas.openxmlformats.org/officeDocument/2006/relationships/image" Target="../media/image7.png"/><Relationship Id="rId5" Type="http://schemas.openxmlformats.org/officeDocument/2006/relationships/slide" Target="slide9.xml"/><Relationship Id="rId4" Type="http://schemas.openxmlformats.org/officeDocument/2006/relationships/image" Target="../media/image6.png"/><Relationship Id="rId3" Type="http://schemas.openxmlformats.org/officeDocument/2006/relationships/slide" Target="slide6.xml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5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0.xml"/><Relationship Id="rId1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51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3" Type="http://schemas.openxmlformats.org/officeDocument/2006/relationships/slideLayout" Target="../slideLayouts/slideLayout5.xml"/><Relationship Id="rId22" Type="http://schemas.openxmlformats.org/officeDocument/2006/relationships/tags" Target="../tags/tag72.xml"/><Relationship Id="rId21" Type="http://schemas.openxmlformats.org/officeDocument/2006/relationships/image" Target="../media/image10.png"/><Relationship Id="rId20" Type="http://schemas.openxmlformats.org/officeDocument/2006/relationships/tags" Target="../tags/tag71.xml"/><Relationship Id="rId2" Type="http://schemas.openxmlformats.org/officeDocument/2006/relationships/tags" Target="../tags/tag53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tags" Target="../tags/tag5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3.xml"/><Relationship Id="rId1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74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emf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image" Target="../media/image12.emf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image" Target="../media/image11.emf"/><Relationship Id="rId23" Type="http://schemas.openxmlformats.org/officeDocument/2006/relationships/slideLayout" Target="../slideLayouts/slideLayout5.xml"/><Relationship Id="rId22" Type="http://schemas.openxmlformats.org/officeDocument/2006/relationships/tags" Target="../tags/tag89.xml"/><Relationship Id="rId21" Type="http://schemas.openxmlformats.org/officeDocument/2006/relationships/image" Target="../media/image17.emf"/><Relationship Id="rId20" Type="http://schemas.openxmlformats.org/officeDocument/2006/relationships/tags" Target="../tags/tag88.xml"/><Relationship Id="rId2" Type="http://schemas.openxmlformats.org/officeDocument/2006/relationships/tags" Target="../tags/tag76.xml"/><Relationship Id="rId19" Type="http://schemas.openxmlformats.org/officeDocument/2006/relationships/tags" Target="../tags/tag87.xml"/><Relationship Id="rId18" Type="http://schemas.openxmlformats.org/officeDocument/2006/relationships/image" Target="../media/image16.emf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image" Target="../media/image15.emf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image" Target="../media/image14.emf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90.xml"/><Relationship Id="rId3" Type="http://schemas.openxmlformats.org/officeDocument/2006/relationships/image" Target="../media/image1.svg"/><Relationship Id="rId2" Type="http://schemas.openxmlformats.org/officeDocument/2006/relationships/image" Target="../media/image18.png"/><Relationship Id="rId1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9" Type="http://schemas.microsoft.com/office/2007/relationships/hdphoto" Target="../media/image26.wdp"/><Relationship Id="rId8" Type="http://schemas.openxmlformats.org/officeDocument/2006/relationships/image" Target="../media/image25.png"/><Relationship Id="rId7" Type="http://schemas.microsoft.com/office/2007/relationships/hdphoto" Target="../media/image24.wdp"/><Relationship Id="rId6" Type="http://schemas.openxmlformats.org/officeDocument/2006/relationships/image" Target="../media/image23.png"/><Relationship Id="rId5" Type="http://schemas.microsoft.com/office/2007/relationships/hdphoto" Target="../media/image22.wdp"/><Relationship Id="rId4" Type="http://schemas.openxmlformats.org/officeDocument/2006/relationships/image" Target="../media/image21.png"/><Relationship Id="rId3" Type="http://schemas.microsoft.com/office/2007/relationships/hdphoto" Target="../media/image20.wdp"/><Relationship Id="rId2" Type="http://schemas.openxmlformats.org/officeDocument/2006/relationships/image" Target="../media/image19.png"/><Relationship Id="rId16" Type="http://schemas.openxmlformats.org/officeDocument/2006/relationships/slideLayout" Target="../slideLayouts/slideLayout5.xml"/><Relationship Id="rId15" Type="http://schemas.openxmlformats.org/officeDocument/2006/relationships/tags" Target="../tags/tag92.xml"/><Relationship Id="rId14" Type="http://schemas.microsoft.com/office/2007/relationships/hdphoto" Target="../media/image31.wdp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microsoft.com/office/2007/relationships/hdphoto" Target="../media/image28.wdp"/><Relationship Id="rId10" Type="http://schemas.openxmlformats.org/officeDocument/2006/relationships/image" Target="../media/image27.png"/><Relationship Id="rId1" Type="http://schemas.openxmlformats.org/officeDocument/2006/relationships/tags" Target="../tags/tag9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image" Target="../media/image32.png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95.xml"/><Relationship Id="rId1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image" Target="../media/image2.svg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image" Target="../media/image3.svg"/><Relationship Id="rId1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8.xml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守护健康·防范病毒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我们在行动·我们能战胜！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209040" y="4249420"/>
            <a:ext cx="4707890" cy="650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auto">
              <a:lnSpc>
                <a:spcPct val="130000"/>
              </a:lnSpc>
            </a:pPr>
            <a:r>
              <a:rPr sz="1400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+mn-ea"/>
                <a:cs typeface="+mn-ea"/>
                <a:sym typeface="+mn-ea"/>
              </a:rPr>
              <a:t>A病毒目前累计感染人数已经</a:t>
            </a:r>
            <a:endParaRPr sz="1400" spc="150">
              <a:solidFill>
                <a:schemeClr val="bg1"/>
              </a:solidFill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+mn-ea"/>
              <a:cs typeface="+mn-ea"/>
              <a:sym typeface="+mn-ea"/>
            </a:endParaRPr>
          </a:p>
          <a:p>
            <a:pPr algn="l" fontAlgn="auto">
              <a:lnSpc>
                <a:spcPct val="130000"/>
              </a:lnSpc>
            </a:pPr>
            <a:r>
              <a:rPr sz="1400" spc="15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uFillTx/>
                <a:latin typeface="+mn-ea"/>
                <a:cs typeface="+mn-ea"/>
                <a:sym typeface="+mn-ea"/>
              </a:rPr>
              <a:t>&gt;1,000,000</a:t>
            </a:r>
            <a:endParaRPr sz="1400" spc="150">
              <a:solidFill>
                <a:schemeClr val="bg1"/>
              </a:solidFill>
              <a:effectLst>
                <a:outerShdw blurRad="63500" sx="102000" sy="102000" algn="ctr" rotWithShape="0">
                  <a:schemeClr val="accent6">
                    <a:lumMod val="50000"/>
                    <a:alpha val="40000"/>
                  </a:schemeClr>
                </a:outerShdw>
              </a:effectLst>
              <a:uFillTx/>
              <a:latin typeface="+mn-ea"/>
              <a:cs typeface="+mn-ea"/>
              <a:sym typeface="+mn-ea"/>
            </a:endParaRPr>
          </a:p>
        </p:txBody>
      </p:sp>
      <p:pic>
        <p:nvPicPr>
          <p:cNvPr id="12" name="病毒入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3560" y="3419475"/>
            <a:ext cx="2225040" cy="2796540"/>
          </a:xfrm>
          <a:prstGeom prst="rect">
            <a:avLst/>
          </a:prstGeom>
        </p:spPr>
      </p:pic>
      <p:pic>
        <p:nvPicPr>
          <p:cNvPr id="8" name="护盾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763" y="3373120"/>
            <a:ext cx="2865120" cy="2941320"/>
          </a:xfrm>
          <a:prstGeom prst="rect">
            <a:avLst/>
          </a:prstGeom>
        </p:spPr>
      </p:pic>
      <p:pic>
        <p:nvPicPr>
          <p:cNvPr id="5" name="P背景音乐">
            <a:hlinkClick r:id="" action="ppaction://media"/>
          </p:cNvPr>
          <p:cNvPicPr/>
          <p:nvPr>
            <a:audioFile r:link="rId6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86120" y="3119120"/>
            <a:ext cx="619125" cy="61912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dissolve/>
      </p:transition>
    </mc:Choice>
    <mc:Fallback>
      <p:transition spd="slow" advTm="10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12" dur="1000" fill="hold"/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0"/>
                            </p:stCondLst>
                            <p:childTnLst>
                              <p:par>
                                <p:cTn id="31" presetID="9" presetClass="exit" presetSubtype="0" repeatCount="indefinite" fill="hold" nodeType="afterEffect">
                                  <p:stCondLst>
                                    <p:cond delay="1000"/>
                                  </p:stCondLst>
                                  <p:endCondLst>
                                    <p:cond evt="onNext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dissolve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36" dur="719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3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4" grpId="0"/>
      <p:bldP spid="4" grpId="1"/>
      <p:bldP spid="4" grpId="2"/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pic>
        <p:nvPicPr>
          <p:cNvPr id="16" name="图片 2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925" y="2435860"/>
            <a:ext cx="4591050" cy="819150"/>
          </a:xfrm>
          <a:prstGeom prst="rect">
            <a:avLst/>
          </a:prstGeom>
        </p:spPr>
      </p:pic>
      <p:pic>
        <p:nvPicPr>
          <p:cNvPr id="17" name="图片 3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605" y="2435860"/>
            <a:ext cx="4591050" cy="819150"/>
          </a:xfrm>
          <a:prstGeom prst="rect">
            <a:avLst/>
          </a:prstGeom>
        </p:spPr>
      </p:pic>
      <p:pic>
        <p:nvPicPr>
          <p:cNvPr id="18" name="图片 4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925" y="3616325"/>
            <a:ext cx="4591050" cy="819150"/>
          </a:xfrm>
          <a:prstGeom prst="rect">
            <a:avLst/>
          </a:prstGeom>
        </p:spPr>
      </p:pic>
      <p:pic>
        <p:nvPicPr>
          <p:cNvPr id="19" name="图片 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605" y="3616325"/>
            <a:ext cx="4591050" cy="81915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 dir="r"/>
      </p:transition>
    </mc:Choice>
    <mc:Fallback>
      <p:transition spd="slow" advTm="10000">
        <p:push dir="r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</a:t>
            </a:r>
            <a:r>
              <a:rPr lang="zh-CN" altLang="en-US"/>
              <a:t>病毒是什么</a:t>
            </a:r>
            <a:endParaRPr lang="zh-CN" altLang="en-US"/>
          </a:p>
        </p:txBody>
      </p:sp>
      <p:sp>
        <p:nvSpPr>
          <p:cNvPr id="4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为什么叫</a:t>
            </a:r>
            <a:r>
              <a:rPr lang="en-US" altLang="zh-CN"/>
              <a:t>A</a:t>
            </a:r>
            <a:r>
              <a:rPr lang="zh-CN" altLang="en-US"/>
              <a:t>病毒？</a:t>
            </a:r>
            <a:endParaRPr lang="zh-CN" altLang="en-US"/>
          </a:p>
          <a:p>
            <a:r>
              <a:rPr lang="zh-CN" altLang="en-US"/>
              <a:t>感染患者有哪些临床表现？</a:t>
            </a:r>
            <a:endParaRPr lang="zh-CN" altLang="en-US"/>
          </a:p>
        </p:txBody>
      </p:sp>
      <p:sp>
        <p:nvSpPr>
          <p:cNvPr id="5" name="virus">
            <a:hlinkClick r:id="rId1" action="ppaction://hlinksldjump"/>
          </p:cNvPr>
          <p:cNvSpPr>
            <a:spLocks noChangeAspect="1"/>
          </p:cNvSpPr>
          <p:nvPr/>
        </p:nvSpPr>
        <p:spPr bwMode="auto">
          <a:xfrm>
            <a:off x="2114550" y="1864995"/>
            <a:ext cx="1118235" cy="1116330"/>
          </a:xfrm>
          <a:custGeom>
            <a:avLst/>
            <a:gdLst>
              <a:gd name="connsiteX0" fmla="*/ 499463 w 607639"/>
              <a:gd name="connsiteY0" fmla="*/ 537003 h 606722"/>
              <a:gd name="connsiteX1" fmla="*/ 498757 w 607639"/>
              <a:gd name="connsiteY1" fmla="*/ 537709 h 606722"/>
              <a:gd name="connsiteX2" fmla="*/ 499022 w 607639"/>
              <a:gd name="connsiteY2" fmla="*/ 537356 h 606722"/>
              <a:gd name="connsiteX3" fmla="*/ 500803 w 607639"/>
              <a:gd name="connsiteY3" fmla="*/ 535663 h 606722"/>
              <a:gd name="connsiteX4" fmla="*/ 499815 w 607639"/>
              <a:gd name="connsiteY4" fmla="*/ 536651 h 606722"/>
              <a:gd name="connsiteX5" fmla="*/ 500020 w 607639"/>
              <a:gd name="connsiteY5" fmla="*/ 536417 h 606722"/>
              <a:gd name="connsiteX6" fmla="*/ 500299 w 607639"/>
              <a:gd name="connsiteY6" fmla="*/ 536158 h 606722"/>
              <a:gd name="connsiteX7" fmla="*/ 500570 w 607639"/>
              <a:gd name="connsiteY7" fmla="*/ 535863 h 606722"/>
              <a:gd name="connsiteX8" fmla="*/ 501791 w 607639"/>
              <a:gd name="connsiteY8" fmla="*/ 534675 h 606722"/>
              <a:gd name="connsiteX9" fmla="*/ 500803 w 607639"/>
              <a:gd name="connsiteY9" fmla="*/ 535663 h 606722"/>
              <a:gd name="connsiteX10" fmla="*/ 501252 w 607639"/>
              <a:gd name="connsiteY10" fmla="*/ 535124 h 606722"/>
              <a:gd name="connsiteX11" fmla="*/ 501791 w 607639"/>
              <a:gd name="connsiteY11" fmla="*/ 534675 h 606722"/>
              <a:gd name="connsiteX12" fmla="*/ 505742 w 607639"/>
              <a:gd name="connsiteY12" fmla="*/ 530723 h 606722"/>
              <a:gd name="connsiteX13" fmla="*/ 504825 w 607639"/>
              <a:gd name="connsiteY13" fmla="*/ 531570 h 606722"/>
              <a:gd name="connsiteX14" fmla="*/ 505284 w 607639"/>
              <a:gd name="connsiteY14" fmla="*/ 531099 h 606722"/>
              <a:gd name="connsiteX15" fmla="*/ 347031 w 607639"/>
              <a:gd name="connsiteY15" fmla="*/ 313892 h 606722"/>
              <a:gd name="connsiteX16" fmla="*/ 314366 w 607639"/>
              <a:gd name="connsiteY16" fmla="*/ 346508 h 606722"/>
              <a:gd name="connsiteX17" fmla="*/ 347031 w 607639"/>
              <a:gd name="connsiteY17" fmla="*/ 379123 h 606722"/>
              <a:gd name="connsiteX18" fmla="*/ 379696 w 607639"/>
              <a:gd name="connsiteY18" fmla="*/ 346508 h 606722"/>
              <a:gd name="connsiteX19" fmla="*/ 347031 w 607639"/>
              <a:gd name="connsiteY19" fmla="*/ 313892 h 606722"/>
              <a:gd name="connsiteX20" fmla="*/ 260607 w 607639"/>
              <a:gd name="connsiteY20" fmla="*/ 213024 h 606722"/>
              <a:gd name="connsiteX21" fmla="*/ 207649 w 607639"/>
              <a:gd name="connsiteY21" fmla="*/ 265813 h 606722"/>
              <a:gd name="connsiteX22" fmla="*/ 260607 w 607639"/>
              <a:gd name="connsiteY22" fmla="*/ 318691 h 606722"/>
              <a:gd name="connsiteX23" fmla="*/ 313476 w 607639"/>
              <a:gd name="connsiteY23" fmla="*/ 265813 h 606722"/>
              <a:gd name="connsiteX24" fmla="*/ 260607 w 607639"/>
              <a:gd name="connsiteY24" fmla="*/ 213024 h 606722"/>
              <a:gd name="connsiteX25" fmla="*/ 270042 w 607639"/>
              <a:gd name="connsiteY25" fmla="*/ 0 h 606722"/>
              <a:gd name="connsiteX26" fmla="*/ 337597 w 607639"/>
              <a:gd name="connsiteY26" fmla="*/ 0 h 606722"/>
              <a:gd name="connsiteX27" fmla="*/ 337597 w 607639"/>
              <a:gd name="connsiteY27" fmla="*/ 47901 h 606722"/>
              <a:gd name="connsiteX28" fmla="*/ 327806 w 607639"/>
              <a:gd name="connsiteY28" fmla="*/ 47901 h 606722"/>
              <a:gd name="connsiteX29" fmla="*/ 327806 w 607639"/>
              <a:gd name="connsiteY29" fmla="*/ 105756 h 606722"/>
              <a:gd name="connsiteX30" fmla="*/ 426691 w 607639"/>
              <a:gd name="connsiteY30" fmla="*/ 146726 h 606722"/>
              <a:gd name="connsiteX31" fmla="*/ 467723 w 607639"/>
              <a:gd name="connsiteY31" fmla="*/ 105756 h 606722"/>
              <a:gd name="connsiteX32" fmla="*/ 460780 w 607639"/>
              <a:gd name="connsiteY32" fmla="*/ 98913 h 606722"/>
              <a:gd name="connsiteX33" fmla="*/ 494691 w 607639"/>
              <a:gd name="connsiteY33" fmla="*/ 64965 h 606722"/>
              <a:gd name="connsiteX34" fmla="*/ 530383 w 607639"/>
              <a:gd name="connsiteY34" fmla="*/ 100602 h 606722"/>
              <a:gd name="connsiteX35" fmla="*/ 531095 w 607639"/>
              <a:gd name="connsiteY35" fmla="*/ 101313 h 606722"/>
              <a:gd name="connsiteX36" fmla="*/ 537414 w 607639"/>
              <a:gd name="connsiteY36" fmla="*/ 107534 h 606722"/>
              <a:gd name="connsiteX37" fmla="*/ 537770 w 607639"/>
              <a:gd name="connsiteY37" fmla="*/ 107978 h 606722"/>
              <a:gd name="connsiteX38" fmla="*/ 537948 w 607639"/>
              <a:gd name="connsiteY38" fmla="*/ 108156 h 606722"/>
              <a:gd name="connsiteX39" fmla="*/ 538482 w 607639"/>
              <a:gd name="connsiteY39" fmla="*/ 108689 h 606722"/>
              <a:gd name="connsiteX40" fmla="*/ 538215 w 607639"/>
              <a:gd name="connsiteY40" fmla="*/ 108423 h 606722"/>
              <a:gd name="connsiteX41" fmla="*/ 538749 w 607639"/>
              <a:gd name="connsiteY41" fmla="*/ 108867 h 606722"/>
              <a:gd name="connsiteX42" fmla="*/ 539105 w 607639"/>
              <a:gd name="connsiteY42" fmla="*/ 109311 h 606722"/>
              <a:gd name="connsiteX43" fmla="*/ 542487 w 607639"/>
              <a:gd name="connsiteY43" fmla="*/ 112688 h 606722"/>
              <a:gd name="connsiteX44" fmla="*/ 508576 w 607639"/>
              <a:gd name="connsiteY44" fmla="*/ 146637 h 606722"/>
              <a:gd name="connsiteX45" fmla="*/ 501634 w 607639"/>
              <a:gd name="connsiteY45" fmla="*/ 139705 h 606722"/>
              <a:gd name="connsiteX46" fmla="*/ 460691 w 607639"/>
              <a:gd name="connsiteY46" fmla="*/ 180675 h 606722"/>
              <a:gd name="connsiteX47" fmla="*/ 501723 w 607639"/>
              <a:gd name="connsiteY47" fmla="*/ 279410 h 606722"/>
              <a:gd name="connsiteX48" fmla="*/ 559576 w 607639"/>
              <a:gd name="connsiteY48" fmla="*/ 279410 h 606722"/>
              <a:gd name="connsiteX49" fmla="*/ 559576 w 607639"/>
              <a:gd name="connsiteY49" fmla="*/ 269634 h 606722"/>
              <a:gd name="connsiteX50" fmla="*/ 607639 w 607639"/>
              <a:gd name="connsiteY50" fmla="*/ 269634 h 606722"/>
              <a:gd name="connsiteX51" fmla="*/ 607639 w 607639"/>
              <a:gd name="connsiteY51" fmla="*/ 337088 h 606722"/>
              <a:gd name="connsiteX52" fmla="*/ 559576 w 607639"/>
              <a:gd name="connsiteY52" fmla="*/ 337088 h 606722"/>
              <a:gd name="connsiteX53" fmla="*/ 559576 w 607639"/>
              <a:gd name="connsiteY53" fmla="*/ 327312 h 606722"/>
              <a:gd name="connsiteX54" fmla="*/ 501723 w 607639"/>
              <a:gd name="connsiteY54" fmla="*/ 327312 h 606722"/>
              <a:gd name="connsiteX55" fmla="*/ 460691 w 607639"/>
              <a:gd name="connsiteY55" fmla="*/ 426047 h 606722"/>
              <a:gd name="connsiteX56" fmla="*/ 501634 w 607639"/>
              <a:gd name="connsiteY56" fmla="*/ 467017 h 606722"/>
              <a:gd name="connsiteX57" fmla="*/ 508576 w 607639"/>
              <a:gd name="connsiteY57" fmla="*/ 460085 h 606722"/>
              <a:gd name="connsiteX58" fmla="*/ 542487 w 607639"/>
              <a:gd name="connsiteY58" fmla="*/ 493945 h 606722"/>
              <a:gd name="connsiteX59" fmla="*/ 506885 w 607639"/>
              <a:gd name="connsiteY59" fmla="*/ 529582 h 606722"/>
              <a:gd name="connsiteX60" fmla="*/ 506867 w 607639"/>
              <a:gd name="connsiteY60" fmla="*/ 529599 h 606722"/>
              <a:gd name="connsiteX61" fmla="*/ 505283 w 607639"/>
              <a:gd name="connsiteY61" fmla="*/ 531093 h 606722"/>
              <a:gd name="connsiteX62" fmla="*/ 501278 w 607639"/>
              <a:gd name="connsiteY62" fmla="*/ 535092 h 606722"/>
              <a:gd name="connsiteX63" fmla="*/ 500570 w 607639"/>
              <a:gd name="connsiteY63" fmla="*/ 535863 h 606722"/>
              <a:gd name="connsiteX64" fmla="*/ 500309 w 607639"/>
              <a:gd name="connsiteY64" fmla="*/ 536086 h 606722"/>
              <a:gd name="connsiteX65" fmla="*/ 500020 w 607639"/>
              <a:gd name="connsiteY65" fmla="*/ 536417 h 606722"/>
              <a:gd name="connsiteX66" fmla="*/ 499052 w 607639"/>
              <a:gd name="connsiteY66" fmla="*/ 537314 h 606722"/>
              <a:gd name="connsiteX67" fmla="*/ 498162 w 607639"/>
              <a:gd name="connsiteY67" fmla="*/ 538291 h 606722"/>
              <a:gd name="connsiteX68" fmla="*/ 494691 w 607639"/>
              <a:gd name="connsiteY68" fmla="*/ 541668 h 606722"/>
              <a:gd name="connsiteX69" fmla="*/ 460780 w 607639"/>
              <a:gd name="connsiteY69" fmla="*/ 507809 h 606722"/>
              <a:gd name="connsiteX70" fmla="*/ 467723 w 607639"/>
              <a:gd name="connsiteY70" fmla="*/ 500877 h 606722"/>
              <a:gd name="connsiteX71" fmla="*/ 426691 w 607639"/>
              <a:gd name="connsiteY71" fmla="*/ 459996 h 606722"/>
              <a:gd name="connsiteX72" fmla="*/ 327806 w 607639"/>
              <a:gd name="connsiteY72" fmla="*/ 500966 h 606722"/>
              <a:gd name="connsiteX73" fmla="*/ 327806 w 607639"/>
              <a:gd name="connsiteY73" fmla="*/ 558732 h 606722"/>
              <a:gd name="connsiteX74" fmla="*/ 337597 w 607639"/>
              <a:gd name="connsiteY74" fmla="*/ 558732 h 606722"/>
              <a:gd name="connsiteX75" fmla="*/ 337597 w 607639"/>
              <a:gd name="connsiteY75" fmla="*/ 606722 h 606722"/>
              <a:gd name="connsiteX76" fmla="*/ 270042 w 607639"/>
              <a:gd name="connsiteY76" fmla="*/ 606722 h 606722"/>
              <a:gd name="connsiteX77" fmla="*/ 270042 w 607639"/>
              <a:gd name="connsiteY77" fmla="*/ 558732 h 606722"/>
              <a:gd name="connsiteX78" fmla="*/ 279832 w 607639"/>
              <a:gd name="connsiteY78" fmla="*/ 558732 h 606722"/>
              <a:gd name="connsiteX79" fmla="*/ 279832 w 607639"/>
              <a:gd name="connsiteY79" fmla="*/ 500966 h 606722"/>
              <a:gd name="connsiteX80" fmla="*/ 180948 w 607639"/>
              <a:gd name="connsiteY80" fmla="*/ 459996 h 606722"/>
              <a:gd name="connsiteX81" fmla="*/ 139916 w 607639"/>
              <a:gd name="connsiteY81" fmla="*/ 500877 h 606722"/>
              <a:gd name="connsiteX82" fmla="*/ 146859 w 607639"/>
              <a:gd name="connsiteY82" fmla="*/ 507809 h 606722"/>
              <a:gd name="connsiteX83" fmla="*/ 112859 w 607639"/>
              <a:gd name="connsiteY83" fmla="*/ 541668 h 606722"/>
              <a:gd name="connsiteX84" fmla="*/ 77256 w 607639"/>
              <a:gd name="connsiteY84" fmla="*/ 506120 h 606722"/>
              <a:gd name="connsiteX85" fmla="*/ 68534 w 607639"/>
              <a:gd name="connsiteY85" fmla="*/ 497411 h 606722"/>
              <a:gd name="connsiteX86" fmla="*/ 65063 w 607639"/>
              <a:gd name="connsiteY86" fmla="*/ 493945 h 606722"/>
              <a:gd name="connsiteX87" fmla="*/ 99063 w 607639"/>
              <a:gd name="connsiteY87" fmla="*/ 460085 h 606722"/>
              <a:gd name="connsiteX88" fmla="*/ 105916 w 607639"/>
              <a:gd name="connsiteY88" fmla="*/ 467017 h 606722"/>
              <a:gd name="connsiteX89" fmla="*/ 146948 w 607639"/>
              <a:gd name="connsiteY89" fmla="*/ 426047 h 606722"/>
              <a:gd name="connsiteX90" fmla="*/ 105916 w 607639"/>
              <a:gd name="connsiteY90" fmla="*/ 327312 h 606722"/>
              <a:gd name="connsiteX91" fmla="*/ 47974 w 607639"/>
              <a:gd name="connsiteY91" fmla="*/ 327312 h 606722"/>
              <a:gd name="connsiteX92" fmla="*/ 47974 w 607639"/>
              <a:gd name="connsiteY92" fmla="*/ 337088 h 606722"/>
              <a:gd name="connsiteX93" fmla="*/ 0 w 607639"/>
              <a:gd name="connsiteY93" fmla="*/ 337088 h 606722"/>
              <a:gd name="connsiteX94" fmla="*/ 0 w 607639"/>
              <a:gd name="connsiteY94" fmla="*/ 269634 h 606722"/>
              <a:gd name="connsiteX95" fmla="*/ 47974 w 607639"/>
              <a:gd name="connsiteY95" fmla="*/ 269634 h 606722"/>
              <a:gd name="connsiteX96" fmla="*/ 47974 w 607639"/>
              <a:gd name="connsiteY96" fmla="*/ 279410 h 606722"/>
              <a:gd name="connsiteX97" fmla="*/ 105916 w 607639"/>
              <a:gd name="connsiteY97" fmla="*/ 279410 h 606722"/>
              <a:gd name="connsiteX98" fmla="*/ 146948 w 607639"/>
              <a:gd name="connsiteY98" fmla="*/ 180675 h 606722"/>
              <a:gd name="connsiteX99" fmla="*/ 105916 w 607639"/>
              <a:gd name="connsiteY99" fmla="*/ 139705 h 606722"/>
              <a:gd name="connsiteX100" fmla="*/ 99063 w 607639"/>
              <a:gd name="connsiteY100" fmla="*/ 146637 h 606722"/>
              <a:gd name="connsiteX101" fmla="*/ 65063 w 607639"/>
              <a:gd name="connsiteY101" fmla="*/ 112688 h 606722"/>
              <a:gd name="connsiteX102" fmla="*/ 106450 w 607639"/>
              <a:gd name="connsiteY102" fmla="*/ 71452 h 606722"/>
              <a:gd name="connsiteX103" fmla="*/ 112859 w 607639"/>
              <a:gd name="connsiteY103" fmla="*/ 64965 h 606722"/>
              <a:gd name="connsiteX104" fmla="*/ 146859 w 607639"/>
              <a:gd name="connsiteY104" fmla="*/ 98913 h 606722"/>
              <a:gd name="connsiteX105" fmla="*/ 139916 w 607639"/>
              <a:gd name="connsiteY105" fmla="*/ 105756 h 606722"/>
              <a:gd name="connsiteX106" fmla="*/ 180948 w 607639"/>
              <a:gd name="connsiteY106" fmla="*/ 146726 h 606722"/>
              <a:gd name="connsiteX107" fmla="*/ 279832 w 607639"/>
              <a:gd name="connsiteY107" fmla="*/ 105756 h 606722"/>
              <a:gd name="connsiteX108" fmla="*/ 279832 w 607639"/>
              <a:gd name="connsiteY108" fmla="*/ 47901 h 606722"/>
              <a:gd name="connsiteX109" fmla="*/ 270042 w 607639"/>
              <a:gd name="connsiteY109" fmla="*/ 47901 h 606722"/>
              <a:gd name="connsiteX110" fmla="*/ 270042 w 607639"/>
              <a:gd name="connsiteY110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607639" h="606722">
                <a:moveTo>
                  <a:pt x="499463" y="537003"/>
                </a:moveTo>
                <a:cubicBezTo>
                  <a:pt x="499198" y="537268"/>
                  <a:pt x="499022" y="537444"/>
                  <a:pt x="498757" y="537709"/>
                </a:cubicBezTo>
                <a:lnTo>
                  <a:pt x="499022" y="537356"/>
                </a:lnTo>
                <a:close/>
                <a:moveTo>
                  <a:pt x="500803" y="535663"/>
                </a:moveTo>
                <a:lnTo>
                  <a:pt x="499815" y="536651"/>
                </a:lnTo>
                <a:lnTo>
                  <a:pt x="500020" y="536417"/>
                </a:lnTo>
                <a:lnTo>
                  <a:pt x="500299" y="536158"/>
                </a:lnTo>
                <a:lnTo>
                  <a:pt x="500570" y="535863"/>
                </a:lnTo>
                <a:close/>
                <a:moveTo>
                  <a:pt x="501791" y="534675"/>
                </a:moveTo>
                <a:cubicBezTo>
                  <a:pt x="501522" y="534944"/>
                  <a:pt x="501162" y="535304"/>
                  <a:pt x="500803" y="535663"/>
                </a:cubicBezTo>
                <a:lnTo>
                  <a:pt x="501252" y="535124"/>
                </a:lnTo>
                <a:cubicBezTo>
                  <a:pt x="501432" y="535034"/>
                  <a:pt x="501611" y="534855"/>
                  <a:pt x="501791" y="534675"/>
                </a:cubicBezTo>
                <a:close/>
                <a:moveTo>
                  <a:pt x="505742" y="530723"/>
                </a:moveTo>
                <a:cubicBezTo>
                  <a:pt x="505467" y="531005"/>
                  <a:pt x="505192" y="531288"/>
                  <a:pt x="504825" y="531570"/>
                </a:cubicBezTo>
                <a:lnTo>
                  <a:pt x="505284" y="531099"/>
                </a:lnTo>
                <a:close/>
                <a:moveTo>
                  <a:pt x="347031" y="313892"/>
                </a:moveTo>
                <a:cubicBezTo>
                  <a:pt x="328963" y="313892"/>
                  <a:pt x="314366" y="328467"/>
                  <a:pt x="314366" y="346508"/>
                </a:cubicBezTo>
                <a:cubicBezTo>
                  <a:pt x="314366" y="364549"/>
                  <a:pt x="328963" y="379123"/>
                  <a:pt x="347031" y="379123"/>
                </a:cubicBezTo>
                <a:cubicBezTo>
                  <a:pt x="365099" y="379123"/>
                  <a:pt x="379696" y="364549"/>
                  <a:pt x="379696" y="346508"/>
                </a:cubicBezTo>
                <a:cubicBezTo>
                  <a:pt x="379696" y="328467"/>
                  <a:pt x="365099" y="313892"/>
                  <a:pt x="347031" y="313892"/>
                </a:cubicBezTo>
                <a:close/>
                <a:moveTo>
                  <a:pt x="260607" y="213024"/>
                </a:moveTo>
                <a:cubicBezTo>
                  <a:pt x="231325" y="213024"/>
                  <a:pt x="207649" y="236663"/>
                  <a:pt x="207649" y="265813"/>
                </a:cubicBezTo>
                <a:cubicBezTo>
                  <a:pt x="207649" y="295052"/>
                  <a:pt x="231325" y="318691"/>
                  <a:pt x="260607" y="318691"/>
                </a:cubicBezTo>
                <a:cubicBezTo>
                  <a:pt x="289801" y="318691"/>
                  <a:pt x="313476" y="295052"/>
                  <a:pt x="313476" y="265813"/>
                </a:cubicBezTo>
                <a:cubicBezTo>
                  <a:pt x="313476" y="236663"/>
                  <a:pt x="289801" y="213024"/>
                  <a:pt x="260607" y="213024"/>
                </a:cubicBezTo>
                <a:close/>
                <a:moveTo>
                  <a:pt x="270042" y="0"/>
                </a:moveTo>
                <a:lnTo>
                  <a:pt x="337597" y="0"/>
                </a:lnTo>
                <a:cubicBezTo>
                  <a:pt x="369372" y="0"/>
                  <a:pt x="369372" y="47901"/>
                  <a:pt x="337597" y="47901"/>
                </a:cubicBezTo>
                <a:lnTo>
                  <a:pt x="327806" y="47901"/>
                </a:lnTo>
                <a:lnTo>
                  <a:pt x="327806" y="105756"/>
                </a:lnTo>
                <a:cubicBezTo>
                  <a:pt x="364832" y="110200"/>
                  <a:pt x="398743" y="124864"/>
                  <a:pt x="426691" y="146726"/>
                </a:cubicBezTo>
                <a:lnTo>
                  <a:pt x="467723" y="105756"/>
                </a:lnTo>
                <a:lnTo>
                  <a:pt x="460780" y="98913"/>
                </a:lnTo>
                <a:cubicBezTo>
                  <a:pt x="438351" y="76429"/>
                  <a:pt x="472262" y="42569"/>
                  <a:pt x="494691" y="64965"/>
                </a:cubicBezTo>
                <a:lnTo>
                  <a:pt x="530383" y="100602"/>
                </a:lnTo>
                <a:lnTo>
                  <a:pt x="531095" y="101313"/>
                </a:lnTo>
                <a:lnTo>
                  <a:pt x="537414" y="107534"/>
                </a:lnTo>
                <a:lnTo>
                  <a:pt x="537770" y="107978"/>
                </a:lnTo>
                <a:lnTo>
                  <a:pt x="537948" y="108156"/>
                </a:lnTo>
                <a:lnTo>
                  <a:pt x="538482" y="108689"/>
                </a:lnTo>
                <a:lnTo>
                  <a:pt x="538215" y="108423"/>
                </a:lnTo>
                <a:lnTo>
                  <a:pt x="538749" y="108867"/>
                </a:lnTo>
                <a:lnTo>
                  <a:pt x="539105" y="109311"/>
                </a:lnTo>
                <a:lnTo>
                  <a:pt x="542487" y="112688"/>
                </a:lnTo>
                <a:cubicBezTo>
                  <a:pt x="564917" y="135084"/>
                  <a:pt x="531006" y="168944"/>
                  <a:pt x="508576" y="146637"/>
                </a:cubicBezTo>
                <a:lnTo>
                  <a:pt x="501634" y="139705"/>
                </a:lnTo>
                <a:lnTo>
                  <a:pt x="460691" y="180675"/>
                </a:lnTo>
                <a:cubicBezTo>
                  <a:pt x="482586" y="208491"/>
                  <a:pt x="497272" y="242440"/>
                  <a:pt x="501723" y="279410"/>
                </a:cubicBezTo>
                <a:lnTo>
                  <a:pt x="559576" y="279410"/>
                </a:lnTo>
                <a:lnTo>
                  <a:pt x="559576" y="269634"/>
                </a:lnTo>
                <a:cubicBezTo>
                  <a:pt x="559576" y="237908"/>
                  <a:pt x="607639" y="237908"/>
                  <a:pt x="607639" y="269634"/>
                </a:cubicBezTo>
                <a:lnTo>
                  <a:pt x="607639" y="337088"/>
                </a:lnTo>
                <a:cubicBezTo>
                  <a:pt x="607639" y="368814"/>
                  <a:pt x="559576" y="368814"/>
                  <a:pt x="559576" y="337088"/>
                </a:cubicBezTo>
                <a:lnTo>
                  <a:pt x="559576" y="327312"/>
                </a:lnTo>
                <a:lnTo>
                  <a:pt x="501723" y="327312"/>
                </a:lnTo>
                <a:cubicBezTo>
                  <a:pt x="497272" y="364282"/>
                  <a:pt x="482586" y="398142"/>
                  <a:pt x="460691" y="426047"/>
                </a:cubicBezTo>
                <a:lnTo>
                  <a:pt x="501634" y="467017"/>
                </a:lnTo>
                <a:lnTo>
                  <a:pt x="508576" y="460085"/>
                </a:lnTo>
                <a:cubicBezTo>
                  <a:pt x="531006" y="437689"/>
                  <a:pt x="565006" y="471549"/>
                  <a:pt x="542487" y="493945"/>
                </a:cubicBezTo>
                <a:lnTo>
                  <a:pt x="506885" y="529582"/>
                </a:lnTo>
                <a:lnTo>
                  <a:pt x="506867" y="529599"/>
                </a:lnTo>
                <a:lnTo>
                  <a:pt x="505283" y="531093"/>
                </a:lnTo>
                <a:lnTo>
                  <a:pt x="501278" y="535092"/>
                </a:lnTo>
                <a:lnTo>
                  <a:pt x="500570" y="535863"/>
                </a:lnTo>
                <a:lnTo>
                  <a:pt x="500309" y="536086"/>
                </a:lnTo>
                <a:lnTo>
                  <a:pt x="500020" y="536417"/>
                </a:lnTo>
                <a:lnTo>
                  <a:pt x="499052" y="537314"/>
                </a:lnTo>
                <a:lnTo>
                  <a:pt x="498162" y="538291"/>
                </a:lnTo>
                <a:lnTo>
                  <a:pt x="494691" y="541668"/>
                </a:lnTo>
                <a:cubicBezTo>
                  <a:pt x="472351" y="564064"/>
                  <a:pt x="438351" y="530204"/>
                  <a:pt x="460780" y="507809"/>
                </a:cubicBezTo>
                <a:lnTo>
                  <a:pt x="467723" y="500877"/>
                </a:lnTo>
                <a:lnTo>
                  <a:pt x="426691" y="459996"/>
                </a:lnTo>
                <a:cubicBezTo>
                  <a:pt x="398743" y="481858"/>
                  <a:pt x="364832" y="496522"/>
                  <a:pt x="327806" y="500966"/>
                </a:cubicBezTo>
                <a:lnTo>
                  <a:pt x="327806" y="558732"/>
                </a:lnTo>
                <a:lnTo>
                  <a:pt x="337597" y="558732"/>
                </a:lnTo>
                <a:cubicBezTo>
                  <a:pt x="369372" y="558732"/>
                  <a:pt x="369372" y="606722"/>
                  <a:pt x="337597" y="606722"/>
                </a:cubicBezTo>
                <a:lnTo>
                  <a:pt x="270042" y="606722"/>
                </a:lnTo>
                <a:cubicBezTo>
                  <a:pt x="238267" y="606722"/>
                  <a:pt x="238267" y="558732"/>
                  <a:pt x="270042" y="558732"/>
                </a:cubicBezTo>
                <a:lnTo>
                  <a:pt x="279832" y="558732"/>
                </a:lnTo>
                <a:lnTo>
                  <a:pt x="279832" y="500966"/>
                </a:lnTo>
                <a:cubicBezTo>
                  <a:pt x="242806" y="496522"/>
                  <a:pt x="208806" y="481858"/>
                  <a:pt x="180948" y="459996"/>
                </a:cubicBezTo>
                <a:lnTo>
                  <a:pt x="139916" y="500877"/>
                </a:lnTo>
                <a:lnTo>
                  <a:pt x="146859" y="507809"/>
                </a:lnTo>
                <a:cubicBezTo>
                  <a:pt x="169288" y="530204"/>
                  <a:pt x="135288" y="564064"/>
                  <a:pt x="112859" y="541668"/>
                </a:cubicBezTo>
                <a:lnTo>
                  <a:pt x="77256" y="506120"/>
                </a:lnTo>
                <a:lnTo>
                  <a:pt x="68534" y="497411"/>
                </a:lnTo>
                <a:lnTo>
                  <a:pt x="65063" y="493945"/>
                </a:lnTo>
                <a:cubicBezTo>
                  <a:pt x="42633" y="471549"/>
                  <a:pt x="76633" y="437689"/>
                  <a:pt x="99063" y="460085"/>
                </a:cubicBezTo>
                <a:lnTo>
                  <a:pt x="105916" y="467017"/>
                </a:lnTo>
                <a:lnTo>
                  <a:pt x="146948" y="426047"/>
                </a:lnTo>
                <a:cubicBezTo>
                  <a:pt x="125052" y="398142"/>
                  <a:pt x="110366" y="364282"/>
                  <a:pt x="105916" y="327312"/>
                </a:cubicBezTo>
                <a:lnTo>
                  <a:pt x="47974" y="327312"/>
                </a:lnTo>
                <a:lnTo>
                  <a:pt x="47974" y="337088"/>
                </a:lnTo>
                <a:cubicBezTo>
                  <a:pt x="47974" y="368814"/>
                  <a:pt x="0" y="368814"/>
                  <a:pt x="0" y="337088"/>
                </a:cubicBezTo>
                <a:lnTo>
                  <a:pt x="0" y="269634"/>
                </a:lnTo>
                <a:cubicBezTo>
                  <a:pt x="0" y="237908"/>
                  <a:pt x="47974" y="237908"/>
                  <a:pt x="47974" y="269634"/>
                </a:cubicBezTo>
                <a:lnTo>
                  <a:pt x="47974" y="279410"/>
                </a:lnTo>
                <a:lnTo>
                  <a:pt x="105916" y="279410"/>
                </a:lnTo>
                <a:cubicBezTo>
                  <a:pt x="110366" y="242440"/>
                  <a:pt x="125052" y="208491"/>
                  <a:pt x="146948" y="180675"/>
                </a:cubicBezTo>
                <a:lnTo>
                  <a:pt x="105916" y="139705"/>
                </a:lnTo>
                <a:lnTo>
                  <a:pt x="99063" y="146637"/>
                </a:lnTo>
                <a:cubicBezTo>
                  <a:pt x="76633" y="168944"/>
                  <a:pt x="42633" y="135084"/>
                  <a:pt x="65063" y="112688"/>
                </a:cubicBezTo>
                <a:lnTo>
                  <a:pt x="106450" y="71452"/>
                </a:lnTo>
                <a:lnTo>
                  <a:pt x="112859" y="64965"/>
                </a:lnTo>
                <a:cubicBezTo>
                  <a:pt x="135377" y="42569"/>
                  <a:pt x="169288" y="76518"/>
                  <a:pt x="146859" y="98913"/>
                </a:cubicBezTo>
                <a:lnTo>
                  <a:pt x="139916" y="105756"/>
                </a:lnTo>
                <a:lnTo>
                  <a:pt x="180948" y="146726"/>
                </a:lnTo>
                <a:cubicBezTo>
                  <a:pt x="208806" y="124864"/>
                  <a:pt x="242806" y="110200"/>
                  <a:pt x="279832" y="105756"/>
                </a:cubicBezTo>
                <a:lnTo>
                  <a:pt x="279832" y="47901"/>
                </a:lnTo>
                <a:lnTo>
                  <a:pt x="270042" y="47901"/>
                </a:lnTo>
                <a:cubicBezTo>
                  <a:pt x="238267" y="47901"/>
                  <a:pt x="238267" y="0"/>
                  <a:pt x="270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schemeClr val="accent6">
                <a:lumMod val="50000"/>
                <a:alpha val="40000"/>
              </a:schemeClr>
            </a:outerShdw>
          </a:effectLst>
        </p:spPr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/>
      </p:transition>
    </mc:Choice>
    <mc:Fallback>
      <p:transition spd="slow" advTm="10000">
        <p:push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为什么叫</a:t>
            </a:r>
            <a:r>
              <a:rPr lang="en-US" altLang="zh-CN"/>
              <a:t>A</a:t>
            </a:r>
            <a:r>
              <a:rPr lang="zh-CN" altLang="en-US"/>
              <a:t>病毒？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t>世界卫生组织将本次发现的新型病毒命名为“A病毒”，因其在A地区首次发现而得名。</a:t>
            </a:r>
          </a:p>
          <a:p/>
        </p:txBody>
      </p:sp>
      <p:sp>
        <p:nvSpPr>
          <p:cNvPr id="5" name="文本占位符 4"/>
          <p:cNvSpPr>
            <a:spLocks noGrp="1"/>
          </p:cNvSpPr>
          <p:nvPr>
            <p:ph type="body" idx="14"/>
          </p:nvPr>
        </p:nvSpPr>
        <p:spPr/>
        <p:txBody>
          <a:bodyPr/>
          <a:p>
            <a:r>
              <a:rPr>
                <a:sym typeface="+mn-ea"/>
              </a:rPr>
              <a:t>A病毒通常在动物之间传播，在罕见情况下，A病毒进化并感染人类，然后在人群中传播。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732905" y="2836545"/>
            <a:ext cx="4783455" cy="2785745"/>
          </a:xfrm>
          <a:prstGeom prst="round2Diag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fade/>
      </p:transition>
    </mc:Choice>
    <mc:Fallback>
      <p:transition spd="slow" advTm="1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感染患者有哪些临床表现？</a:t>
            </a:r>
            <a:endParaRPr lang="zh-CN" altLang="en-US"/>
          </a:p>
        </p:txBody>
      </p:sp>
      <p:grpSp>
        <p:nvGrpSpPr>
          <p:cNvPr id="4" name="组合 2"/>
          <p:cNvGrpSpPr/>
          <p:nvPr/>
        </p:nvGrpSpPr>
        <p:grpSpPr>
          <a:xfrm rot="0">
            <a:off x="651510" y="1937385"/>
            <a:ext cx="3619500" cy="3599815"/>
            <a:chOff x="1090" y="3054"/>
            <a:chExt cx="5700" cy="5670"/>
          </a:xfrm>
        </p:grpSpPr>
        <p:sp>
          <p:nvSpPr>
            <p:cNvPr id="5" name="PA-177"/>
            <p:cNvSpPr/>
            <p:nvPr>
              <p:custDataLst>
                <p:tags r:id="rId1"/>
              </p:custDataLst>
            </p:nvPr>
          </p:nvSpPr>
          <p:spPr>
            <a:xfrm>
              <a:off x="1090" y="3886"/>
              <a:ext cx="5670" cy="483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" name="PA-180"/>
            <p:cNvSpPr txBox="1"/>
            <p:nvPr>
              <p:custDataLst>
                <p:tags r:id="rId2"/>
              </p:custDataLst>
            </p:nvPr>
          </p:nvSpPr>
          <p:spPr>
            <a:xfrm>
              <a:off x="2618" y="4406"/>
              <a:ext cx="4141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发热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" name="PA-181"/>
            <p:cNvSpPr txBox="1"/>
            <p:nvPr>
              <p:custDataLst>
                <p:tags r:id="rId3"/>
              </p:custDataLst>
            </p:nvPr>
          </p:nvSpPr>
          <p:spPr>
            <a:xfrm>
              <a:off x="2650" y="5477"/>
              <a:ext cx="4140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乏力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8" name="PA-182"/>
            <p:cNvSpPr txBox="1"/>
            <p:nvPr>
              <p:custDataLst>
                <p:tags r:id="rId4"/>
              </p:custDataLst>
            </p:nvPr>
          </p:nvSpPr>
          <p:spPr>
            <a:xfrm>
              <a:off x="2618" y="6548"/>
              <a:ext cx="4141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干咳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9" name="PA-187"/>
            <p:cNvSpPr txBox="1"/>
            <p:nvPr>
              <p:custDataLst>
                <p:tags r:id="rId5"/>
              </p:custDataLst>
            </p:nvPr>
          </p:nvSpPr>
          <p:spPr>
            <a:xfrm>
              <a:off x="2618" y="7619"/>
              <a:ext cx="4141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逐渐出现呼吸困难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0" name="PA-18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593" y="4347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1" name="PA-18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93" y="5418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02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2" name="PA-190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1593" y="6489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03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3" name="PA-191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1593" y="7560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04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14" name="PA-196"/>
            <p:cNvSpPr/>
            <p:nvPr>
              <p:custDataLst>
                <p:tags r:id="rId10"/>
              </p:custDataLst>
            </p:nvPr>
          </p:nvSpPr>
          <p:spPr>
            <a:xfrm>
              <a:off x="1090" y="3054"/>
              <a:ext cx="5670" cy="832"/>
            </a:xfrm>
            <a:prstGeom prst="round2Same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一般症状</a:t>
              </a:r>
              <a:endParaRPr lang="zh-CN" altLang="en-US" b="1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5" name="组合 3"/>
          <p:cNvGrpSpPr/>
          <p:nvPr/>
        </p:nvGrpSpPr>
        <p:grpSpPr>
          <a:xfrm rot="0">
            <a:off x="7938135" y="1937385"/>
            <a:ext cx="3602990" cy="3599815"/>
            <a:chOff x="12565" y="3054"/>
            <a:chExt cx="5674" cy="5670"/>
          </a:xfrm>
        </p:grpSpPr>
        <p:sp>
          <p:nvSpPr>
            <p:cNvPr id="16" name="PA-178"/>
            <p:cNvSpPr/>
            <p:nvPr>
              <p:custDataLst>
                <p:tags r:id="rId11"/>
              </p:custDataLst>
            </p:nvPr>
          </p:nvSpPr>
          <p:spPr>
            <a:xfrm>
              <a:off x="12565" y="3886"/>
              <a:ext cx="5668" cy="4838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" name="PA-183"/>
            <p:cNvSpPr txBox="1"/>
            <p:nvPr>
              <p:custDataLst>
                <p:tags r:id="rId12"/>
              </p:custDataLst>
            </p:nvPr>
          </p:nvSpPr>
          <p:spPr>
            <a:xfrm>
              <a:off x="14099" y="4406"/>
              <a:ext cx="4140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急性呼吸窘迫综合征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184"/>
            <p:cNvSpPr txBox="1"/>
            <p:nvPr>
              <p:custDataLst>
                <p:tags r:id="rId13"/>
              </p:custDataLst>
            </p:nvPr>
          </p:nvSpPr>
          <p:spPr>
            <a:xfrm>
              <a:off x="14099" y="5477"/>
              <a:ext cx="4140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脓毒症休克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185"/>
            <p:cNvSpPr txBox="1"/>
            <p:nvPr>
              <p:custDataLst>
                <p:tags r:id="rId14"/>
              </p:custDataLst>
            </p:nvPr>
          </p:nvSpPr>
          <p:spPr>
            <a:xfrm>
              <a:off x="14099" y="6548"/>
              <a:ext cx="4140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代谢性酸中毒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186"/>
            <p:cNvSpPr txBox="1"/>
            <p:nvPr>
              <p:custDataLst>
                <p:tags r:id="rId15"/>
              </p:custDataLst>
            </p:nvPr>
          </p:nvSpPr>
          <p:spPr>
            <a:xfrm>
              <a:off x="14099" y="7619"/>
              <a:ext cx="4140" cy="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凝血功能障碍</a:t>
              </a:r>
              <a:endParaRPr lang="zh-CN" altLang="en-US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1" name="PA-192"/>
            <p:cNvSpPr/>
            <p:nvPr>
              <p:custDataLst>
                <p:tags r:id="rId16"/>
              </p:custDataLst>
            </p:nvPr>
          </p:nvSpPr>
          <p:spPr>
            <a:xfrm>
              <a:off x="13110" y="4347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01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23" name="PA-193"/>
            <p:cNvSpPr/>
            <p:nvPr>
              <p:custDataLst>
                <p:tags r:id="rId17"/>
              </p:custDataLst>
            </p:nvPr>
          </p:nvSpPr>
          <p:spPr>
            <a:xfrm>
              <a:off x="13110" y="5418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02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24" name="PA-194"/>
            <p:cNvSpPr/>
            <p:nvPr>
              <p:custDataLst>
                <p:tags r:id="rId18"/>
              </p:custDataLst>
            </p:nvPr>
          </p:nvSpPr>
          <p:spPr>
            <a:xfrm>
              <a:off x="13110" y="6489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03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26" name="PA-195"/>
            <p:cNvSpPr/>
            <p:nvPr>
              <p:custDataLst>
                <p:tags r:id="rId19"/>
              </p:custDataLst>
            </p:nvPr>
          </p:nvSpPr>
          <p:spPr>
            <a:xfrm>
              <a:off x="13110" y="7560"/>
              <a:ext cx="709" cy="70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Impact" panose="020B0806030902050204" pitchFamily="34" charset="0"/>
                </a:rPr>
                <a:t>04</a:t>
              </a:r>
              <a:endParaRPr lang="en-US" altLang="zh-CN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27" name="PA-197"/>
            <p:cNvSpPr/>
            <p:nvPr>
              <p:custDataLst>
                <p:tags r:id="rId20"/>
              </p:custDataLst>
            </p:nvPr>
          </p:nvSpPr>
          <p:spPr>
            <a:xfrm>
              <a:off x="12565" y="3054"/>
              <a:ext cx="5668" cy="832"/>
            </a:xfrm>
            <a:prstGeom prst="round2SameRect">
              <a:avLst/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严重者</a:t>
              </a:r>
              <a:endParaRPr lang="zh-CN" altLang="en-US" b="1" dirty="0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31" name="图片 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04665" y="1937385"/>
            <a:ext cx="3599815" cy="3599815"/>
          </a:xfrm>
          <a:prstGeom prst="ellipse">
            <a:avLst/>
          </a:prstGeom>
          <a:effectLst>
            <a:softEdge rad="63500"/>
          </a:effectLst>
        </p:spPr>
      </p:pic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fade/>
      </p:transition>
    </mc:Choice>
    <mc:Fallback>
      <p:transition spd="slow" advTm="10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预防</a:t>
            </a:r>
            <a:r>
              <a:rPr lang="en-US" altLang="zh-CN"/>
              <a:t>A</a:t>
            </a:r>
            <a:r>
              <a:rPr lang="zh-CN" altLang="en-US"/>
              <a:t>病毒感染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如何预防</a:t>
            </a:r>
            <a:r>
              <a:rPr lang="en-US" altLang="zh-CN"/>
              <a:t>A</a:t>
            </a:r>
            <a:r>
              <a:rPr lang="zh-CN" altLang="en-US"/>
              <a:t>病毒感染？</a:t>
            </a:r>
            <a:endParaRPr lang="zh-CN" altLang="en-US"/>
          </a:p>
          <a:p>
            <a:r>
              <a:rPr lang="zh-CN" altLang="en-US"/>
              <a:t>七步洗手法</a:t>
            </a:r>
            <a:endParaRPr lang="zh-CN" altLang="en-US"/>
          </a:p>
        </p:txBody>
      </p:sp>
      <p:sp>
        <p:nvSpPr>
          <p:cNvPr id="12" name="shield">
            <a:hlinkClick r:id="rId1" action="ppaction://hlinksldjump"/>
          </p:cNvPr>
          <p:cNvSpPr>
            <a:spLocks noChangeAspect="1"/>
          </p:cNvSpPr>
          <p:nvPr/>
        </p:nvSpPr>
        <p:spPr bwMode="auto">
          <a:xfrm>
            <a:off x="2104390" y="1864995"/>
            <a:ext cx="1088390" cy="1116330"/>
          </a:xfrm>
          <a:custGeom>
            <a:avLst/>
            <a:gdLst>
              <a:gd name="T0" fmla="*/ 3246 w 7943"/>
              <a:gd name="T1" fmla="*/ 3842 h 8160"/>
              <a:gd name="T2" fmla="*/ 5168 w 7943"/>
              <a:gd name="T3" fmla="*/ 1921 h 8160"/>
              <a:gd name="T4" fmla="*/ 3246 w 7943"/>
              <a:gd name="T5" fmla="*/ 0 h 8160"/>
              <a:gd name="T6" fmla="*/ 1325 w 7943"/>
              <a:gd name="T7" fmla="*/ 1921 h 8160"/>
              <a:gd name="T8" fmla="*/ 3246 w 7943"/>
              <a:gd name="T9" fmla="*/ 3842 h 8160"/>
              <a:gd name="T10" fmla="*/ 4144 w 7943"/>
              <a:gd name="T11" fmla="*/ 2685 h 8160"/>
              <a:gd name="T12" fmla="*/ 3234 w 7943"/>
              <a:gd name="T13" fmla="*/ 3191 h 8160"/>
              <a:gd name="T14" fmla="*/ 2323 w 7943"/>
              <a:gd name="T15" fmla="*/ 2685 h 8160"/>
              <a:gd name="T16" fmla="*/ 4144 w 7943"/>
              <a:gd name="T17" fmla="*/ 2685 h 8160"/>
              <a:gd name="T18" fmla="*/ 7939 w 7943"/>
              <a:gd name="T19" fmla="*/ 5684 h 8160"/>
              <a:gd name="T20" fmla="*/ 6355 w 7943"/>
              <a:gd name="T21" fmla="*/ 8160 h 8160"/>
              <a:gd name="T22" fmla="*/ 4770 w 7943"/>
              <a:gd name="T23" fmla="*/ 5684 h 8160"/>
              <a:gd name="T24" fmla="*/ 4929 w 7943"/>
              <a:gd name="T25" fmla="*/ 5527 h 8160"/>
              <a:gd name="T26" fmla="*/ 6261 w 7943"/>
              <a:gd name="T27" fmla="*/ 5067 h 8160"/>
              <a:gd name="T28" fmla="*/ 6449 w 7943"/>
              <a:gd name="T29" fmla="*/ 5067 h 8160"/>
              <a:gd name="T30" fmla="*/ 7781 w 7943"/>
              <a:gd name="T31" fmla="*/ 5527 h 8160"/>
              <a:gd name="T32" fmla="*/ 7939 w 7943"/>
              <a:gd name="T33" fmla="*/ 5684 h 8160"/>
              <a:gd name="T34" fmla="*/ 4439 w 7943"/>
              <a:gd name="T35" fmla="*/ 5696 h 8160"/>
              <a:gd name="T36" fmla="*/ 4731 w 7943"/>
              <a:gd name="T37" fmla="*/ 7078 h 8160"/>
              <a:gd name="T38" fmla="*/ 3246 w 7943"/>
              <a:gd name="T39" fmla="*/ 7155 h 8160"/>
              <a:gd name="T40" fmla="*/ 155 w 7943"/>
              <a:gd name="T41" fmla="*/ 6704 h 8160"/>
              <a:gd name="T42" fmla="*/ 0 w 7943"/>
              <a:gd name="T43" fmla="*/ 6463 h 8160"/>
              <a:gd name="T44" fmla="*/ 0 w 7943"/>
              <a:gd name="T45" fmla="*/ 5830 h 8160"/>
              <a:gd name="T46" fmla="*/ 1645 w 7943"/>
              <a:gd name="T47" fmla="*/ 3988 h 8160"/>
              <a:gd name="T48" fmla="*/ 1737 w 7943"/>
              <a:gd name="T49" fmla="*/ 4013 h 8160"/>
              <a:gd name="T50" fmla="*/ 3246 w 7943"/>
              <a:gd name="T51" fmla="*/ 4505 h 8160"/>
              <a:gd name="T52" fmla="*/ 4756 w 7943"/>
              <a:gd name="T53" fmla="*/ 4013 h 8160"/>
              <a:gd name="T54" fmla="*/ 4848 w 7943"/>
              <a:gd name="T55" fmla="*/ 3988 h 8160"/>
              <a:gd name="T56" fmla="*/ 6143 w 7943"/>
              <a:gd name="T57" fmla="*/ 4753 h 8160"/>
              <a:gd name="T58" fmla="*/ 6050 w 7943"/>
              <a:gd name="T59" fmla="*/ 4811 h 8160"/>
              <a:gd name="T60" fmla="*/ 5017 w 7943"/>
              <a:gd name="T61" fmla="*/ 5198 h 8160"/>
              <a:gd name="T62" fmla="*/ 4943 w 7943"/>
              <a:gd name="T63" fmla="*/ 5196 h 8160"/>
              <a:gd name="T64" fmla="*/ 4922 w 7943"/>
              <a:gd name="T65" fmla="*/ 5195 h 8160"/>
              <a:gd name="T66" fmla="*/ 4574 w 7943"/>
              <a:gd name="T67" fmla="*/ 5343 h 8160"/>
              <a:gd name="T68" fmla="*/ 4439 w 7943"/>
              <a:gd name="T69" fmla="*/ 5696 h 8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943" h="8160">
                <a:moveTo>
                  <a:pt x="3246" y="3842"/>
                </a:moveTo>
                <a:cubicBezTo>
                  <a:pt x="4307" y="3842"/>
                  <a:pt x="5168" y="2982"/>
                  <a:pt x="5168" y="1921"/>
                </a:cubicBezTo>
                <a:cubicBezTo>
                  <a:pt x="5168" y="860"/>
                  <a:pt x="4307" y="0"/>
                  <a:pt x="3246" y="0"/>
                </a:cubicBezTo>
                <a:cubicBezTo>
                  <a:pt x="2185" y="0"/>
                  <a:pt x="1325" y="860"/>
                  <a:pt x="1325" y="1921"/>
                </a:cubicBezTo>
                <a:cubicBezTo>
                  <a:pt x="1325" y="2982"/>
                  <a:pt x="2185" y="3842"/>
                  <a:pt x="3246" y="3842"/>
                </a:cubicBezTo>
                <a:close/>
                <a:moveTo>
                  <a:pt x="4144" y="2685"/>
                </a:moveTo>
                <a:cubicBezTo>
                  <a:pt x="4057" y="2974"/>
                  <a:pt x="3683" y="3191"/>
                  <a:pt x="3234" y="3191"/>
                </a:cubicBezTo>
                <a:cubicBezTo>
                  <a:pt x="2785" y="3191"/>
                  <a:pt x="2411" y="2974"/>
                  <a:pt x="2323" y="2685"/>
                </a:cubicBezTo>
                <a:lnTo>
                  <a:pt x="4144" y="2685"/>
                </a:lnTo>
                <a:close/>
                <a:moveTo>
                  <a:pt x="7939" y="5684"/>
                </a:moveTo>
                <a:cubicBezTo>
                  <a:pt x="7898" y="6822"/>
                  <a:pt x="7435" y="7800"/>
                  <a:pt x="6355" y="8160"/>
                </a:cubicBezTo>
                <a:cubicBezTo>
                  <a:pt x="5274" y="7800"/>
                  <a:pt x="4811" y="6822"/>
                  <a:pt x="4770" y="5684"/>
                </a:cubicBezTo>
                <a:cubicBezTo>
                  <a:pt x="4767" y="5595"/>
                  <a:pt x="4840" y="5523"/>
                  <a:pt x="4929" y="5527"/>
                </a:cubicBezTo>
                <a:cubicBezTo>
                  <a:pt x="5434" y="5548"/>
                  <a:pt x="5875" y="5386"/>
                  <a:pt x="6261" y="5067"/>
                </a:cubicBezTo>
                <a:cubicBezTo>
                  <a:pt x="6315" y="5022"/>
                  <a:pt x="6395" y="5022"/>
                  <a:pt x="6449" y="5067"/>
                </a:cubicBezTo>
                <a:cubicBezTo>
                  <a:pt x="6835" y="5386"/>
                  <a:pt x="7276" y="5548"/>
                  <a:pt x="7781" y="5527"/>
                </a:cubicBezTo>
                <a:cubicBezTo>
                  <a:pt x="7869" y="5523"/>
                  <a:pt x="7943" y="5595"/>
                  <a:pt x="7939" y="5684"/>
                </a:cubicBezTo>
                <a:close/>
                <a:moveTo>
                  <a:pt x="4439" y="5696"/>
                </a:moveTo>
                <a:cubicBezTo>
                  <a:pt x="4458" y="6218"/>
                  <a:pt x="4558" y="6682"/>
                  <a:pt x="4731" y="7078"/>
                </a:cubicBezTo>
                <a:cubicBezTo>
                  <a:pt x="4323" y="7124"/>
                  <a:pt x="3832" y="7155"/>
                  <a:pt x="3246" y="7155"/>
                </a:cubicBezTo>
                <a:cubicBezTo>
                  <a:pt x="1394" y="7155"/>
                  <a:pt x="488" y="6852"/>
                  <a:pt x="155" y="6704"/>
                </a:cubicBezTo>
                <a:cubicBezTo>
                  <a:pt x="70" y="6666"/>
                  <a:pt x="0" y="6557"/>
                  <a:pt x="0" y="6463"/>
                </a:cubicBezTo>
                <a:lnTo>
                  <a:pt x="0" y="5830"/>
                </a:lnTo>
                <a:cubicBezTo>
                  <a:pt x="0" y="4881"/>
                  <a:pt x="723" y="4093"/>
                  <a:pt x="1645" y="3988"/>
                </a:cubicBezTo>
                <a:cubicBezTo>
                  <a:pt x="1673" y="3985"/>
                  <a:pt x="1714" y="3997"/>
                  <a:pt x="1737" y="4013"/>
                </a:cubicBezTo>
                <a:cubicBezTo>
                  <a:pt x="2162" y="4321"/>
                  <a:pt x="2683" y="4505"/>
                  <a:pt x="3246" y="4505"/>
                </a:cubicBezTo>
                <a:cubicBezTo>
                  <a:pt x="3810" y="4505"/>
                  <a:pt x="4331" y="4321"/>
                  <a:pt x="4756" y="4013"/>
                </a:cubicBezTo>
                <a:cubicBezTo>
                  <a:pt x="4778" y="3997"/>
                  <a:pt x="4820" y="3985"/>
                  <a:pt x="4848" y="3988"/>
                </a:cubicBezTo>
                <a:cubicBezTo>
                  <a:pt x="5380" y="4049"/>
                  <a:pt x="5845" y="4338"/>
                  <a:pt x="6143" y="4753"/>
                </a:cubicBezTo>
                <a:cubicBezTo>
                  <a:pt x="6110" y="4769"/>
                  <a:pt x="6078" y="4788"/>
                  <a:pt x="6050" y="4811"/>
                </a:cubicBezTo>
                <a:cubicBezTo>
                  <a:pt x="5735" y="5071"/>
                  <a:pt x="5398" y="5198"/>
                  <a:pt x="5017" y="5198"/>
                </a:cubicBezTo>
                <a:cubicBezTo>
                  <a:pt x="4993" y="5198"/>
                  <a:pt x="4968" y="5197"/>
                  <a:pt x="4943" y="5196"/>
                </a:cubicBezTo>
                <a:lnTo>
                  <a:pt x="4922" y="5195"/>
                </a:lnTo>
                <a:cubicBezTo>
                  <a:pt x="4792" y="5195"/>
                  <a:pt x="4665" y="5249"/>
                  <a:pt x="4574" y="5343"/>
                </a:cubicBezTo>
                <a:cubicBezTo>
                  <a:pt x="4484" y="5437"/>
                  <a:pt x="4434" y="5566"/>
                  <a:pt x="4439" y="56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schemeClr val="accent6">
                <a:lumMod val="50000"/>
                <a:alpha val="40000"/>
              </a:schemeClr>
            </a:outerShdw>
          </a:effectLst>
        </p:spPr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/>
      </p:transition>
    </mc:Choice>
    <mc:Fallback>
      <p:transition spd="slow" advTm="10000">
        <p:push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如何预防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病毒</a:t>
            </a:r>
            <a:r>
              <a:rPr lang="zh-CN" altLang="en-US"/>
              <a:t>感染？</a:t>
            </a:r>
            <a:endParaRPr lang="zh-CN" altLang="en-US"/>
          </a:p>
        </p:txBody>
      </p:sp>
      <p:graphicFrame>
        <p:nvGraphicFramePr>
          <p:cNvPr id="3" name="图示 2"/>
          <p:cNvGraphicFramePr/>
          <p:nvPr/>
        </p:nvGraphicFramePr>
        <p:xfrm>
          <a:off x="749935" y="131381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fade/>
      </p:transition>
    </mc:Choice>
    <mc:Fallback>
      <p:transition spd="slow" advTm="10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七步洗手法</a:t>
            </a:r>
            <a:endParaRPr lang="zh-CN" altLang="en-US"/>
          </a:p>
        </p:txBody>
      </p:sp>
      <p:grpSp>
        <p:nvGrpSpPr>
          <p:cNvPr id="68" name="组合 2"/>
          <p:cNvGrpSpPr/>
          <p:nvPr/>
        </p:nvGrpSpPr>
        <p:grpSpPr>
          <a:xfrm rot="0">
            <a:off x="2103755" y="1835785"/>
            <a:ext cx="2343150" cy="2205990"/>
            <a:chOff x="-5" y="5976"/>
            <a:chExt cx="3690" cy="3474"/>
          </a:xfrm>
        </p:grpSpPr>
        <p:sp>
          <p:nvSpPr>
            <p:cNvPr id="13" name="PA-1148"/>
            <p:cNvSpPr/>
            <p:nvPr>
              <p:custDataLst>
                <p:tags r:id="rId1"/>
              </p:custDataLst>
            </p:nvPr>
          </p:nvSpPr>
          <p:spPr>
            <a:xfrm>
              <a:off x="514" y="5976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-5" y="8919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01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掌心对掌心搓擦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8" name="PA-114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 cstate="screen"/>
            <a:stretch>
              <a:fillRect/>
            </a:stretch>
          </p:blipFill>
          <p:spPr>
            <a:xfrm>
              <a:off x="831" y="6626"/>
              <a:ext cx="2018" cy="1351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9" name="组合 3"/>
          <p:cNvGrpSpPr/>
          <p:nvPr/>
        </p:nvGrpSpPr>
        <p:grpSpPr>
          <a:xfrm rot="0">
            <a:off x="4924425" y="1835785"/>
            <a:ext cx="2343150" cy="2205990"/>
            <a:chOff x="1707" y="2372"/>
            <a:chExt cx="3690" cy="3474"/>
          </a:xfrm>
        </p:grpSpPr>
        <p:sp>
          <p:nvSpPr>
            <p:cNvPr id="21" name="PA-1148"/>
            <p:cNvSpPr/>
            <p:nvPr>
              <p:custDataLst>
                <p:tags r:id="rId4"/>
              </p:custDataLst>
            </p:nvPr>
          </p:nvSpPr>
          <p:spPr>
            <a:xfrm>
              <a:off x="2225" y="2372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707" y="5315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02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掌心对手背搓擦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3" name="PA-114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screen"/>
            <a:stretch>
              <a:fillRect/>
            </a:stretch>
          </p:blipFill>
          <p:spPr>
            <a:xfrm>
              <a:off x="2529" y="3177"/>
              <a:ext cx="2045" cy="1041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5" name="组合 4"/>
          <p:cNvGrpSpPr/>
          <p:nvPr/>
        </p:nvGrpSpPr>
        <p:grpSpPr>
          <a:xfrm rot="0">
            <a:off x="7745095" y="1835785"/>
            <a:ext cx="2343150" cy="2205990"/>
            <a:chOff x="5365" y="2372"/>
            <a:chExt cx="3690" cy="3474"/>
          </a:xfrm>
        </p:grpSpPr>
        <p:sp>
          <p:nvSpPr>
            <p:cNvPr id="29" name="文本框 28"/>
            <p:cNvSpPr txBox="1"/>
            <p:nvPr/>
          </p:nvSpPr>
          <p:spPr>
            <a:xfrm>
              <a:off x="5365" y="5315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03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手指交错搓擦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" name="PA-1148"/>
            <p:cNvSpPr/>
            <p:nvPr>
              <p:custDataLst>
                <p:tags r:id="rId7"/>
              </p:custDataLst>
            </p:nvPr>
          </p:nvSpPr>
          <p:spPr>
            <a:xfrm>
              <a:off x="5884" y="2372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pic>
          <p:nvPicPr>
            <p:cNvPr id="31" name="PA-114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 cstate="screen"/>
            <a:stretch>
              <a:fillRect/>
            </a:stretch>
          </p:blipFill>
          <p:spPr>
            <a:xfrm>
              <a:off x="6273" y="3068"/>
              <a:ext cx="1874" cy="126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4" name="组合 5"/>
          <p:cNvGrpSpPr/>
          <p:nvPr/>
        </p:nvGrpSpPr>
        <p:grpSpPr>
          <a:xfrm rot="0">
            <a:off x="693420" y="3857625"/>
            <a:ext cx="2343150" cy="2205990"/>
            <a:chOff x="9424" y="2372"/>
            <a:chExt cx="3690" cy="3474"/>
          </a:xfrm>
        </p:grpSpPr>
        <p:sp>
          <p:nvSpPr>
            <p:cNvPr id="37" name="文本框 36"/>
            <p:cNvSpPr txBox="1"/>
            <p:nvPr/>
          </p:nvSpPr>
          <p:spPr>
            <a:xfrm>
              <a:off x="9424" y="5315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04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两手互握搓指背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" name="PA-1148"/>
            <p:cNvSpPr/>
            <p:nvPr>
              <p:custDataLst>
                <p:tags r:id="rId10"/>
              </p:custDataLst>
            </p:nvPr>
          </p:nvSpPr>
          <p:spPr>
            <a:xfrm>
              <a:off x="9943" y="2372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pic>
          <p:nvPicPr>
            <p:cNvPr id="41" name="PA-114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screen"/>
            <a:stretch>
              <a:fillRect/>
            </a:stretch>
          </p:blipFill>
          <p:spPr>
            <a:xfrm>
              <a:off x="10236" y="3169"/>
              <a:ext cx="2066" cy="1057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2" name="组合 6"/>
          <p:cNvGrpSpPr/>
          <p:nvPr/>
        </p:nvGrpSpPr>
        <p:grpSpPr>
          <a:xfrm rot="0">
            <a:off x="3514090" y="3857625"/>
            <a:ext cx="2343150" cy="2205990"/>
            <a:chOff x="12674" y="2372"/>
            <a:chExt cx="3690" cy="3474"/>
          </a:xfrm>
        </p:grpSpPr>
        <p:sp>
          <p:nvSpPr>
            <p:cNvPr id="55" name="PA-1148"/>
            <p:cNvSpPr/>
            <p:nvPr>
              <p:custDataLst>
                <p:tags r:id="rId13"/>
              </p:custDataLst>
            </p:nvPr>
          </p:nvSpPr>
          <p:spPr>
            <a:xfrm>
              <a:off x="13193" y="2372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2674" y="5315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05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拇指在掌中转搓擦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60" name="PA-1144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screen"/>
            <a:stretch>
              <a:fillRect/>
            </a:stretch>
          </p:blipFill>
          <p:spPr>
            <a:xfrm>
              <a:off x="13604" y="3094"/>
              <a:ext cx="1831" cy="1207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3" name="组合 7"/>
          <p:cNvGrpSpPr/>
          <p:nvPr/>
        </p:nvGrpSpPr>
        <p:grpSpPr>
          <a:xfrm rot="0">
            <a:off x="6334760" y="3857625"/>
            <a:ext cx="2343150" cy="2205990"/>
            <a:chOff x="15421" y="5024"/>
            <a:chExt cx="3690" cy="3474"/>
          </a:xfrm>
        </p:grpSpPr>
        <p:sp>
          <p:nvSpPr>
            <p:cNvPr id="61" name="PA-1148"/>
            <p:cNvSpPr/>
            <p:nvPr>
              <p:custDataLst>
                <p:tags r:id="rId16"/>
              </p:custDataLst>
            </p:nvPr>
          </p:nvSpPr>
          <p:spPr>
            <a:xfrm>
              <a:off x="15940" y="5024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5421" y="7967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06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指尖在掌心搓擦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63" name="PA-1145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 cstate="screen"/>
            <a:stretch>
              <a:fillRect/>
            </a:stretch>
          </p:blipFill>
          <p:spPr>
            <a:xfrm>
              <a:off x="16343" y="5551"/>
              <a:ext cx="1845" cy="15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7" name="组合 8"/>
          <p:cNvGrpSpPr/>
          <p:nvPr/>
        </p:nvGrpSpPr>
        <p:grpSpPr>
          <a:xfrm rot="0">
            <a:off x="9155430" y="3856990"/>
            <a:ext cx="2343150" cy="2205990"/>
            <a:chOff x="4543" y="6427"/>
            <a:chExt cx="3690" cy="3474"/>
          </a:xfrm>
        </p:grpSpPr>
        <p:sp>
          <p:nvSpPr>
            <p:cNvPr id="64" name="PA-1148"/>
            <p:cNvSpPr/>
            <p:nvPr>
              <p:custDataLst>
                <p:tags r:id="rId19"/>
              </p:custDataLst>
            </p:nvPr>
          </p:nvSpPr>
          <p:spPr>
            <a:xfrm>
              <a:off x="5062" y="6427"/>
              <a:ext cx="2652" cy="2652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50000">
                  <a:schemeClr val="accent5"/>
                </a:gs>
                <a:gs pos="100000">
                  <a:schemeClr val="accent6"/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>
                <a:solidFill>
                  <a:schemeClr val="tx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4543" y="9370"/>
              <a:ext cx="369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07 </a:t>
              </a:r>
              <a:r>
                <a:rPr lang="zh-CN" altLang="en-US" sz="1600" b="1">
                  <a:solidFill>
                    <a:schemeClr val="bg1"/>
                  </a:solidFill>
                  <a:effectLst>
                    <a:outerShdw blurRad="63500" sx="102000" sy="102000" algn="ctr" rotWithShape="0">
                      <a:schemeClr val="accent6">
                        <a:lumMod val="50000"/>
                        <a:alpha val="40000"/>
                      </a:schemeClr>
                    </a:outerShdw>
                  </a:effectLst>
                </a:rPr>
                <a:t>掌心与手腕搓擦</a:t>
              </a:r>
              <a:endParaRPr lang="zh-CN" altLang="en-US" sz="1600" b="1">
                <a:solidFill>
                  <a:schemeClr val="bg1"/>
                </a:solidFill>
                <a:effectLst>
                  <a:outerShdw blurRad="63500" sx="102000" sy="102000" algn="ctr" rotWithShape="0">
                    <a:schemeClr val="accent6">
                      <a:lumMod val="50000"/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66" name="PA-1146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 cstate="screen"/>
            <a:stretch>
              <a:fillRect/>
            </a:stretch>
          </p:blipFill>
          <p:spPr>
            <a:xfrm>
              <a:off x="5433" y="7174"/>
              <a:ext cx="1909" cy="115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fade/>
      </p:transition>
    </mc:Choice>
    <mc:Fallback>
      <p:transition spd="slow" advTm="10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正确佩带口罩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如何选择口罩类型?</a:t>
            </a:r>
            <a:endParaRPr lang="zh-CN" altLang="en-US"/>
          </a:p>
          <a:p>
            <a:r>
              <a:rPr lang="zh-CN" altLang="en-US"/>
              <a:t>如何正确佩戴口罩？</a:t>
            </a:r>
            <a:endParaRPr lang="zh-CN" altLang="en-US"/>
          </a:p>
        </p:txBody>
      </p:sp>
      <p:pic>
        <p:nvPicPr>
          <p:cNvPr id="13" name="图片 3" descr="口罩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940" b="7232"/>
          <a:stretch>
            <a:fillRect/>
          </a:stretch>
        </p:blipFill>
        <p:spPr bwMode="auto">
          <a:xfrm>
            <a:off x="2104390" y="1864995"/>
            <a:ext cx="1217295" cy="1116330"/>
          </a:xfrm>
          <a:prstGeom prst="rect">
            <a:avLst/>
          </a:prstGeom>
          <a:solidFill>
            <a:schemeClr val="bg1"/>
          </a:solidFill>
          <a:effectLst>
            <a:outerShdw blurRad="50800" dist="38100" dir="13500000" algn="br" rotWithShape="0">
              <a:schemeClr val="accent6">
                <a:lumMod val="50000"/>
                <a:alpha val="40000"/>
              </a:schemeClr>
            </a:outerShdw>
          </a:effectLst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/>
      </p:transition>
    </mc:Choice>
    <mc:Fallback>
      <p:transition spd="slow" advTm="10000">
        <p:push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如何选择口罩类型?</a:t>
            </a:r>
            <a:endParaRPr lang="zh-CN" altLang="en-US"/>
          </a:p>
        </p:txBody>
      </p:sp>
      <p:graphicFrame>
        <p:nvGraphicFramePr>
          <p:cNvPr id="45" name="表格 2"/>
          <p:cNvGraphicFramePr/>
          <p:nvPr>
            <p:custDataLst>
              <p:tags r:id="rId1"/>
            </p:custDataLst>
          </p:nvPr>
        </p:nvGraphicFramePr>
        <p:xfrm>
          <a:off x="843280" y="2227580"/>
          <a:ext cx="10961370" cy="2926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800000"/>
                <a:gridCol w="1800000"/>
                <a:gridCol w="1800000"/>
                <a:gridCol w="1800000"/>
                <a:gridCol w="1800000"/>
                <a:gridCol w="1800000"/>
              </a:tblGrid>
              <a:tr h="3943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纸口罩</a:t>
                      </a:r>
                      <a:endParaRPr lang="zh-CN" altLang="en-US" sz="200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活性炭口罩</a:t>
                      </a:r>
                      <a:endParaRPr lang="zh-CN" altLang="en-US" sz="200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棉布口罩</a:t>
                      </a:r>
                      <a:endParaRPr lang="zh-CN" altLang="en-US" sz="200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海绵口罩</a:t>
                      </a:r>
                      <a:endParaRPr lang="zh-CN" altLang="en-US" sz="200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医用外科口罩</a:t>
                      </a:r>
                      <a:endParaRPr lang="zh-CN" altLang="en-US" sz="200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医用防护口罩</a:t>
                      </a:r>
                      <a:endParaRPr lang="zh-CN" altLang="en-US" sz="200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</a:tr>
              <a:tr h="1093470"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</a:tr>
              <a:tr h="1438275">
                <a:tc gridSpan="4">
                  <a:txBody>
                    <a:bodyPr/>
                    <a:p>
                      <a:pPr algn="ctr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 b="0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这四类口罩因材质不够致密，预防感染的效果有限，非首选项</a:t>
                      </a:r>
                      <a:endParaRPr lang="zh-CN" altLang="en-US" b="0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p>
                      <a:pPr algn="just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可以阻挡70%的细菌，能在一定程度上预防呼吸道感染</a:t>
                      </a: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just" fontAlgn="auto">
                        <a:lnSpc>
                          <a:spcPct val="130000"/>
                        </a:lnSpc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  <a:effectLst>
                            <a:outerShdw blurRad="63500" sx="102000" sy="102000" algn="ctr" rotWithShape="0">
                              <a:schemeClr val="accent6">
                                <a:lumMod val="50000"/>
                                <a:alpha val="40000"/>
                              </a:schemeClr>
                            </a:outerShdw>
                          </a:effectLst>
                        </a:rPr>
                        <a:t>可以阻挡95%的细菌，能有效预防呼吸道感染，如N95口罩</a:t>
                      </a:r>
                      <a:endParaRPr lang="zh-CN" altLang="en-US"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schemeClr val="accent6">
                              <a:lumMod val="50000"/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grpSp>
        <p:nvGrpSpPr>
          <p:cNvPr id="51" name="组合 3"/>
          <p:cNvGrpSpPr/>
          <p:nvPr/>
        </p:nvGrpSpPr>
        <p:grpSpPr>
          <a:xfrm>
            <a:off x="863600" y="2687320"/>
            <a:ext cx="1666240" cy="1026160"/>
            <a:chOff x="1360" y="4232"/>
            <a:chExt cx="2624" cy="1616"/>
          </a:xfrm>
        </p:grpSpPr>
        <p:pic>
          <p:nvPicPr>
            <p:cNvPr id="46" name="图片 4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434" b="96541" l="2051" r="95898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6" t="-26321" r="7368" b="-44503"/>
            <a:stretch>
              <a:fillRect/>
            </a:stretch>
          </p:blipFill>
          <p:spPr>
            <a:xfrm>
              <a:off x="1360" y="4232"/>
              <a:ext cx="2624" cy="1616"/>
            </a:xfrm>
            <a:prstGeom prst="rect">
              <a:avLst/>
            </a:prstGeom>
          </p:spPr>
        </p:pic>
        <p:sp>
          <p:nvSpPr>
            <p:cNvPr id="50" name="乘号 49"/>
            <p:cNvSpPr/>
            <p:nvPr/>
          </p:nvSpPr>
          <p:spPr>
            <a:xfrm>
              <a:off x="2269" y="4654"/>
              <a:ext cx="806" cy="771"/>
            </a:xfrm>
            <a:prstGeom prst="mathMultiply">
              <a:avLst>
                <a:gd name="adj1" fmla="val 1390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5" name="组合 4"/>
          <p:cNvGrpSpPr/>
          <p:nvPr/>
        </p:nvGrpSpPr>
        <p:grpSpPr>
          <a:xfrm>
            <a:off x="2793365" y="2687320"/>
            <a:ext cx="1553210" cy="1026160"/>
            <a:chOff x="4399" y="4232"/>
            <a:chExt cx="2446" cy="1616"/>
          </a:xfrm>
        </p:grpSpPr>
        <p:pic>
          <p:nvPicPr>
            <p:cNvPr id="47" name="图片 4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475" b="94208" l="3667" r="99000">
                          <a14:foregroundMark x1="90667" y1="22780" x2="96000" y2="35135"/>
                          <a14:foregroundMark x1="96167" y1="58687" x2="97500" y2="5173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7586" b="-25287"/>
            <a:stretch>
              <a:fillRect/>
            </a:stretch>
          </p:blipFill>
          <p:spPr>
            <a:xfrm>
              <a:off x="4399" y="4232"/>
              <a:ext cx="2447" cy="1616"/>
            </a:xfrm>
            <a:prstGeom prst="rect">
              <a:avLst/>
            </a:prstGeom>
          </p:spPr>
        </p:pic>
        <p:sp>
          <p:nvSpPr>
            <p:cNvPr id="52" name="乘号 51"/>
            <p:cNvSpPr/>
            <p:nvPr/>
          </p:nvSpPr>
          <p:spPr>
            <a:xfrm>
              <a:off x="5219" y="4654"/>
              <a:ext cx="806" cy="771"/>
            </a:xfrm>
            <a:prstGeom prst="mathMultiply">
              <a:avLst>
                <a:gd name="adj1" fmla="val 1390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6" name="组合 5"/>
          <p:cNvGrpSpPr/>
          <p:nvPr/>
        </p:nvGrpSpPr>
        <p:grpSpPr>
          <a:xfrm>
            <a:off x="4665345" y="2687320"/>
            <a:ext cx="1477010" cy="1026160"/>
            <a:chOff x="7347" y="4232"/>
            <a:chExt cx="2326" cy="1616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912" b="89868" l="10000" r="93676">
                          <a14:foregroundMark x1="21029" y1="53304" x2="23676" y2="68282"/>
                          <a14:foregroundMark x1="22206" y1="62996" x2="22794" y2="65859"/>
                          <a14:foregroundMark x1="21618" y1="59912" x2="22206" y2="63216"/>
                          <a14:foregroundMark x1="19559" y1="41630" x2="16176" y2="42952"/>
                          <a14:foregroundMark x1="15441" y1="44493" x2="14265" y2="48899"/>
                          <a14:foregroundMark x1="14265" y1="49339" x2="14265" y2="51762"/>
                          <a14:foregroundMark x1="14265" y1="52423" x2="13382" y2="55947"/>
                          <a14:foregroundMark x1="13529" y1="55947" x2="13382" y2="58370"/>
                          <a14:foregroundMark x1="13235" y1="58590" x2="15147" y2="62115"/>
                          <a14:foregroundMark x1="17500" y1="68943" x2="18971" y2="67841"/>
                          <a14:foregroundMark x1="17206" y1="72026" x2="18971" y2="73568"/>
                          <a14:foregroundMark x1="20735" y1="67621" x2="22500" y2="70705"/>
                          <a14:foregroundMark x1="15147" y1="62775" x2="15147" y2="66079"/>
                          <a14:foregroundMark x1="15441" y1="66960" x2="16618" y2="71366"/>
                          <a14:foregroundMark x1="25735" y1="69824" x2="25441" y2="72687"/>
                          <a14:foregroundMark x1="85441" y1="41630" x2="87500" y2="45374"/>
                          <a14:foregroundMark x1="87500" y1="46696" x2="88235" y2="48899"/>
                          <a14:foregroundMark x1="88235" y1="50220" x2="88088" y2="52863"/>
                          <a14:foregroundMark x1="88088" y1="53744" x2="89265" y2="58370"/>
                          <a14:foregroundMark x1="89265" y1="59031" x2="88676" y2="62996"/>
                          <a14:foregroundMark x1="79265" y1="74229" x2="80000" y2="73789"/>
                          <a14:foregroundMark x1="81029" y1="72467" x2="81912" y2="68062"/>
                          <a14:foregroundMark x1="84265" y1="63877" x2="82059" y2="68282"/>
                          <a14:foregroundMark x1="84559" y1="63656" x2="86324" y2="63216"/>
                          <a14:foregroundMark x1="86912" y1="63877" x2="90441" y2="68282"/>
                          <a14:foregroundMark x1="88824" y1="62335" x2="89853" y2="67401"/>
                          <a14:foregroundMark x1="22941" y1="71586" x2="24265" y2="73568"/>
                          <a14:foregroundMark x1="32500" y1="69383" x2="46471" y2="72247"/>
                          <a14:foregroundMark x1="55588" y1="71366" x2="66029" y2="68722"/>
                          <a14:foregroundMark x1="50294" y1="73128" x2="54265" y2="71806"/>
                          <a14:foregroundMark x1="46912" y1="72687" x2="50147" y2="73568"/>
                          <a14:foregroundMark x1="54412" y1="72247" x2="57206" y2="71586"/>
                          <a14:foregroundMark x1="66912" y1="68943" x2="70735" y2="68722"/>
                          <a14:foregroundMark x1="83382" y1="38767" x2="85441" y2="41189"/>
                          <a14:foregroundMark x1="83088" y1="39207" x2="82500" y2="41850"/>
                          <a14:foregroundMark x1="23382" y1="40308" x2="33235" y2="35463"/>
                          <a14:foregroundMark x1="34559" y1="33921" x2="39853" y2="31498"/>
                          <a14:foregroundMark x1="77647" y1="69604" x2="78676" y2="73789"/>
                          <a14:foregroundMark x1="79559" y1="67621" x2="78676" y2="72247"/>
                          <a14:foregroundMark x1="20441" y1="40088" x2="22794" y2="41410"/>
                          <a14:foregroundMark x1="49559" y1="28414" x2="50735" y2="27974"/>
                          <a14:foregroundMark x1="60294" y1="29956" x2="67941" y2="33921"/>
                          <a14:foregroundMark x1="61471" y1="29736" x2="63088" y2="31278"/>
                          <a14:foregroundMark x1="53676" y1="27753" x2="62059" y2="29956"/>
                          <a14:foregroundMark x1="51176" y1="28194" x2="53676" y2="27533"/>
                          <a14:foregroundMark x1="40294" y1="31057" x2="49412" y2="28414"/>
                          <a14:backgroundMark x1="18676" y1="70044" x2="21029" y2="73128"/>
                          <a14:backgroundMark x1="17353" y1="50441" x2="17353" y2="58811"/>
                          <a14:backgroundMark x1="21029" y1="65859" x2="23382" y2="69824"/>
                          <a14:backgroundMark x1="28382" y1="70485" x2="32206" y2="70925"/>
                          <a14:backgroundMark x1="85147" y1="47137" x2="85588" y2="57269"/>
                          <a14:backgroundMark x1="86912" y1="61454" x2="88529" y2="64537"/>
                          <a14:backgroundMark x1="88088" y1="62555" x2="88676" y2="63656"/>
                          <a14:backgroundMark x1="82647" y1="62335" x2="81912" y2="67401"/>
                          <a14:backgroundMark x1="80294" y1="70485" x2="81765" y2="66960"/>
                          <a14:backgroundMark x1="69265" y1="69163" x2="74559" y2="69604"/>
                          <a14:backgroundMark x1="49853" y1="74890" x2="63529" y2="70705"/>
                          <a14:backgroundMark x1="83676" y1="40969" x2="84118" y2="42511"/>
                          <a14:backgroundMark x1="81618" y1="37665" x2="81471" y2="38987"/>
                          <a14:backgroundMark x1="63676" y1="70485" x2="68676" y2="70044"/>
                          <a14:backgroundMark x1="23088" y1="69604" x2="23971" y2="71586"/>
                          <a14:backgroundMark x1="16765" y1="70264" x2="17794" y2="62555"/>
                          <a14:backgroundMark x1="80441" y1="70485" x2="79706" y2="7268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50" t="9687" r="7629" b="5942"/>
            <a:stretch>
              <a:fillRect/>
            </a:stretch>
          </p:blipFill>
          <p:spPr>
            <a:xfrm>
              <a:off x="7347" y="4232"/>
              <a:ext cx="2326" cy="1616"/>
            </a:xfrm>
            <a:prstGeom prst="rect">
              <a:avLst/>
            </a:prstGeom>
          </p:spPr>
        </p:pic>
        <p:sp>
          <p:nvSpPr>
            <p:cNvPr id="53" name="乘号 52"/>
            <p:cNvSpPr/>
            <p:nvPr/>
          </p:nvSpPr>
          <p:spPr>
            <a:xfrm>
              <a:off x="8107" y="4654"/>
              <a:ext cx="806" cy="771"/>
            </a:xfrm>
            <a:prstGeom prst="mathMultiply">
              <a:avLst>
                <a:gd name="adj1" fmla="val 1390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7" name="组合 6"/>
          <p:cNvGrpSpPr/>
          <p:nvPr/>
        </p:nvGrpSpPr>
        <p:grpSpPr>
          <a:xfrm>
            <a:off x="6610350" y="2687320"/>
            <a:ext cx="1176020" cy="1026160"/>
            <a:chOff x="10410" y="4232"/>
            <a:chExt cx="1852" cy="1616"/>
          </a:xfrm>
        </p:grpSpPr>
        <p:pic>
          <p:nvPicPr>
            <p:cNvPr id="49" name="图片 48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2218" b="98387" l="1893" r="9879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0132" t="-9901" r="-11821" b="-14851"/>
            <a:stretch>
              <a:fillRect/>
            </a:stretch>
          </p:blipFill>
          <p:spPr>
            <a:xfrm>
              <a:off x="10410" y="4232"/>
              <a:ext cx="1852" cy="1616"/>
            </a:xfrm>
            <a:prstGeom prst="rect">
              <a:avLst/>
            </a:prstGeom>
          </p:spPr>
        </p:pic>
        <p:sp>
          <p:nvSpPr>
            <p:cNvPr id="54" name="乘号 53"/>
            <p:cNvSpPr/>
            <p:nvPr/>
          </p:nvSpPr>
          <p:spPr>
            <a:xfrm>
              <a:off x="10933" y="4654"/>
              <a:ext cx="806" cy="771"/>
            </a:xfrm>
            <a:prstGeom prst="mathMultiply">
              <a:avLst>
                <a:gd name="adj1" fmla="val 13905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9" name="组合 7"/>
          <p:cNvGrpSpPr/>
          <p:nvPr/>
        </p:nvGrpSpPr>
        <p:grpSpPr>
          <a:xfrm>
            <a:off x="8278495" y="2687320"/>
            <a:ext cx="1385570" cy="1026160"/>
            <a:chOff x="13037" y="4232"/>
            <a:chExt cx="2182" cy="1616"/>
          </a:xfrm>
        </p:grpSpPr>
        <p:pic>
          <p:nvPicPr>
            <p:cNvPr id="58" name="图片 57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6875" r="9575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62" t="10427" r="-8245" b="9158"/>
            <a:stretch>
              <a:fillRect/>
            </a:stretch>
          </p:blipFill>
          <p:spPr>
            <a:xfrm>
              <a:off x="13037" y="4232"/>
              <a:ext cx="2183" cy="1616"/>
            </a:xfrm>
            <a:prstGeom prst="rect">
              <a:avLst/>
            </a:prstGeom>
          </p:spPr>
        </p:pic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642" y="4530"/>
              <a:ext cx="972" cy="1020"/>
            </a:xfrm>
            <a:prstGeom prst="rect">
              <a:avLst/>
            </a:prstGeom>
          </p:spPr>
        </p:pic>
      </p:grpSp>
      <p:grpSp>
        <p:nvGrpSpPr>
          <p:cNvPr id="61" name="组合 8"/>
          <p:cNvGrpSpPr/>
          <p:nvPr/>
        </p:nvGrpSpPr>
        <p:grpSpPr>
          <a:xfrm>
            <a:off x="10050145" y="2687320"/>
            <a:ext cx="1408430" cy="1026160"/>
            <a:chOff x="15827" y="4232"/>
            <a:chExt cx="2218" cy="1616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 rotWithShape="1"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19231" b="99301" l="4194" r="96452">
                          <a14:foregroundMark x1="83548" y1="48601" x2="84839" y2="482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6883" t="12123" r="-10755" b="-4974"/>
            <a:stretch>
              <a:fillRect/>
            </a:stretch>
          </p:blipFill>
          <p:spPr>
            <a:xfrm>
              <a:off x="15827" y="4232"/>
              <a:ext cx="2219" cy="1616"/>
            </a:xfrm>
            <a:prstGeom prst="rect">
              <a:avLst/>
            </a:prstGeom>
          </p:spPr>
        </p:pic>
        <p:pic>
          <p:nvPicPr>
            <p:cNvPr id="63" name="图片 6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6450" y="4530"/>
              <a:ext cx="972" cy="1020"/>
            </a:xfrm>
            <a:prstGeom prst="rect">
              <a:avLst/>
            </a:prstGeom>
          </p:spPr>
        </p:pic>
      </p:grp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fade/>
      </p:transition>
    </mc:Choice>
    <mc:Fallback>
      <p:transition spd="slow" advTm="10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如何正确佩戴口罩？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戴口罩是阻断呼吸道分泌物传播的有效手段，选择医用外科口罩能很好地预防呼吸道疾病。一次性医用口罩佩戴时，要将折面完全展开，将嘴、鼻、下颌完全包住，然后压紧鼻夹，使口罩与面部完全贴合。</a:t>
            </a:r>
            <a:endParaRPr lang="zh-CN" altLang="en-US"/>
          </a:p>
          <a:p>
            <a:r>
              <a:rPr lang="zh-CN" altLang="en-US"/>
              <a:t>戴口罩前应洗手，或者在戴口罩过程中避免手接触到口罩内侧面，减少口罩被污染的可能。分清口罩的内外、上下，浅色面为内，应该贴着嘴鼻，深色面朝外；金属条（鼻夹）一端是口罩的上方。不可戴反，更不能两面轮流戴。</a:t>
            </a:r>
            <a:endParaRPr lang="zh-CN" altLang="en-US"/>
          </a:p>
          <a:p>
            <a:r>
              <a:rPr lang="zh-CN" altLang="en-US"/>
              <a:t>如果去人员密集的公众场合，应佩戴医用外科口罩。照顾呼吸道感染患者时，应佩戴N95等医用防护口罩。需要注意的是，不管什么类型的口罩，防护效果都是有限的，需要定期更换。建议4小时更换一次，遇污染或潮湿，应及时更换。</a:t>
            </a:r>
            <a:endParaRPr lang="zh-CN" altLang="en-US"/>
          </a:p>
        </p:txBody>
      </p:sp>
      <p:pic>
        <p:nvPicPr>
          <p:cNvPr id="4" name="口罩" descr="图片包含 游戏机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9034145" y="4949190"/>
            <a:ext cx="2630805" cy="1451610"/>
          </a:xfrm>
          <a:prstGeom prst="rect">
            <a:avLst/>
          </a:prstGeom>
          <a:effectLst>
            <a:outerShdw blurRad="50800" dist="38100" dir="2700000" algn="tl" rotWithShape="0">
              <a:schemeClr val="accent6">
                <a:lumMod val="50000"/>
                <a:alpha val="40000"/>
              </a:schemeClr>
            </a:outerShdw>
          </a:effectLst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fade/>
      </p:transition>
    </mc:Choice>
    <mc:Fallback>
      <p:transition spd="slow" advTm="10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学会心理调节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个人进行自我疏导方式</a:t>
            </a:r>
            <a:endParaRPr lang="zh-CN" altLang="en-US"/>
          </a:p>
          <a:p>
            <a:r>
              <a:rPr lang="zh-CN" altLang="en-US"/>
              <a:t>居家隔离缓解情绪方式</a:t>
            </a:r>
            <a:endParaRPr lang="zh-CN" altLang="en-US"/>
          </a:p>
        </p:txBody>
      </p:sp>
      <p:sp>
        <p:nvSpPr>
          <p:cNvPr id="14" name="heart">
            <a:hlinkClick r:id="rId1" action="ppaction://hlinksldjump"/>
          </p:cNvPr>
          <p:cNvSpPr>
            <a:spLocks noChangeAspect="1"/>
          </p:cNvSpPr>
          <p:nvPr/>
        </p:nvSpPr>
        <p:spPr bwMode="auto">
          <a:xfrm>
            <a:off x="2104390" y="1864995"/>
            <a:ext cx="861695" cy="111633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35931" h="605380">
                <a:moveTo>
                  <a:pt x="186815" y="369393"/>
                </a:moveTo>
                <a:cubicBezTo>
                  <a:pt x="167038" y="369393"/>
                  <a:pt x="151160" y="385335"/>
                  <a:pt x="151160" y="404985"/>
                </a:cubicBezTo>
                <a:cubicBezTo>
                  <a:pt x="151160" y="431495"/>
                  <a:pt x="218012" y="485718"/>
                  <a:pt x="218012" y="485718"/>
                </a:cubicBezTo>
                <a:cubicBezTo>
                  <a:pt x="218012" y="485718"/>
                  <a:pt x="284864" y="432792"/>
                  <a:pt x="285143" y="404985"/>
                </a:cubicBezTo>
                <a:cubicBezTo>
                  <a:pt x="285143" y="385243"/>
                  <a:pt x="269173" y="369393"/>
                  <a:pt x="249488" y="369393"/>
                </a:cubicBezTo>
                <a:cubicBezTo>
                  <a:pt x="235932" y="369393"/>
                  <a:pt x="223955" y="377549"/>
                  <a:pt x="218105" y="388579"/>
                </a:cubicBezTo>
                <a:cubicBezTo>
                  <a:pt x="212348" y="377086"/>
                  <a:pt x="200278" y="369393"/>
                  <a:pt x="186815" y="369393"/>
                </a:cubicBezTo>
                <a:close/>
                <a:moveTo>
                  <a:pt x="218012" y="232583"/>
                </a:moveTo>
                <a:cubicBezTo>
                  <a:pt x="338346" y="232583"/>
                  <a:pt x="436024" y="269103"/>
                  <a:pt x="435931" y="389228"/>
                </a:cubicBezTo>
                <a:lnTo>
                  <a:pt x="435931" y="605195"/>
                </a:lnTo>
                <a:lnTo>
                  <a:pt x="369544" y="605195"/>
                </a:lnTo>
                <a:cubicBezTo>
                  <a:pt x="369079" y="531321"/>
                  <a:pt x="363694" y="411659"/>
                  <a:pt x="333889" y="372729"/>
                </a:cubicBezTo>
                <a:lnTo>
                  <a:pt x="333889" y="605380"/>
                </a:lnTo>
                <a:lnTo>
                  <a:pt x="102042" y="605380"/>
                </a:lnTo>
                <a:lnTo>
                  <a:pt x="102042" y="372915"/>
                </a:lnTo>
                <a:cubicBezTo>
                  <a:pt x="72145" y="411844"/>
                  <a:pt x="66852" y="530950"/>
                  <a:pt x="66388" y="605380"/>
                </a:cubicBezTo>
                <a:lnTo>
                  <a:pt x="0" y="605380"/>
                </a:lnTo>
                <a:lnTo>
                  <a:pt x="0" y="389228"/>
                </a:lnTo>
                <a:cubicBezTo>
                  <a:pt x="0" y="269103"/>
                  <a:pt x="97679" y="232583"/>
                  <a:pt x="218012" y="232583"/>
                </a:cubicBezTo>
                <a:close/>
                <a:moveTo>
                  <a:pt x="217977" y="0"/>
                </a:moveTo>
                <a:cubicBezTo>
                  <a:pt x="270083" y="0"/>
                  <a:pt x="312323" y="42161"/>
                  <a:pt x="312323" y="94170"/>
                </a:cubicBezTo>
                <a:cubicBezTo>
                  <a:pt x="312323" y="146179"/>
                  <a:pt x="270083" y="188340"/>
                  <a:pt x="217977" y="188340"/>
                </a:cubicBezTo>
                <a:cubicBezTo>
                  <a:pt x="165871" y="188340"/>
                  <a:pt x="123631" y="146179"/>
                  <a:pt x="123631" y="94170"/>
                </a:cubicBezTo>
                <a:cubicBezTo>
                  <a:pt x="123631" y="42161"/>
                  <a:pt x="165871" y="0"/>
                  <a:pt x="2179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schemeClr val="accent6">
                <a:lumMod val="50000"/>
                <a:alpha val="40000"/>
              </a:schemeClr>
            </a:outerShdw>
          </a:effectLst>
        </p:spPr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/>
      </p:transition>
    </mc:Choice>
    <mc:Fallback>
      <p:transition spd="slow" advTm="10000">
        <p:push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个人进行自我疏导方式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尽量放下手机，不要沉溺在负面信息中。</a:t>
            </a:r>
            <a:endParaRPr lang="zh-CN" altLang="en-US"/>
          </a:p>
          <a:p>
            <a:r>
              <a:rPr lang="zh-CN" altLang="en-US"/>
              <a:t>听专家的话，戴口罩、勤洗手、少出门。</a:t>
            </a:r>
            <a:endParaRPr lang="zh-CN" altLang="en-US"/>
          </a:p>
          <a:p>
            <a:r>
              <a:rPr lang="zh-CN" altLang="en-US"/>
              <a:t>既不必过度紧张，又要保持戒备。</a:t>
            </a:r>
            <a:endParaRPr lang="zh-CN" altLang="en-US"/>
          </a:p>
          <a:p>
            <a:r>
              <a:rPr lang="zh-CN" altLang="en-US"/>
              <a:t>别只关注痛苦的一面，也要关注好消息。</a:t>
            </a:r>
            <a:endParaRPr lang="zh-CN" altLang="en-US"/>
          </a:p>
          <a:p>
            <a:r>
              <a:rPr lang="zh-CN" altLang="en-US"/>
              <a:t>趁着难得的机会，和家人聊聊天、做做饭，也可以学习、读书、健身锻炼、充实自我。</a:t>
            </a:r>
            <a:endParaRPr lang="zh-CN" altLang="en-US"/>
          </a:p>
          <a:p>
            <a:r>
              <a:rPr lang="zh-CN" altLang="en-US"/>
              <a:t>值得注意的是，如果已经出现了比较严重的情绪问题或心理问题，请不要一个人自己扛着，一定要向家人、朋友、专业咨询师求助。</a:t>
            </a:r>
            <a:endParaRPr lang="zh-CN" altLang="en-US"/>
          </a:p>
        </p:txBody>
      </p:sp>
      <p:pic>
        <p:nvPicPr>
          <p:cNvPr id="8" name="图片 3" descr="休闲娱乐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81745" y="4821555"/>
            <a:ext cx="2695575" cy="1586230"/>
          </a:xfrm>
          <a:prstGeom prst="rect">
            <a:avLst/>
          </a:prstGeom>
          <a:effectLst>
            <a:outerShdw blurRad="50800" dist="38100" dir="2700000" algn="tl" rotWithShape="0">
              <a:schemeClr val="accent6">
                <a:lumMod val="50000"/>
                <a:alpha val="40000"/>
              </a:schemeClr>
            </a:outerShdw>
          </a:effectLst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fade/>
      </p:transition>
    </mc:Choice>
    <mc:Fallback>
      <p:transition spd="slow" advTm="10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居家隔离缓解情绪方式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居家隔离时，保持正常生活规律，适当休息、充足睡眠。</a:t>
            </a:r>
            <a:endParaRPr lang="zh-CN" altLang="en-US"/>
          </a:p>
          <a:p>
            <a:r>
              <a:rPr lang="zh-CN" altLang="en-US"/>
              <a:t>可酌情选择居家可做的锻炼，减轻焦虑、保持好的心态。</a:t>
            </a:r>
            <a:endParaRPr lang="zh-CN" altLang="en-US"/>
          </a:p>
          <a:p>
            <a:r>
              <a:rPr lang="zh-CN" altLang="en-US"/>
              <a:t>阅读可缓解压力、转移注意力。</a:t>
            </a:r>
            <a:endParaRPr lang="zh-CN" altLang="en-US"/>
          </a:p>
          <a:p>
            <a:r>
              <a:rPr lang="zh-CN" altLang="en-US"/>
              <a:t>每天接收有关信息的时间尽量控制不超过一个小时。</a:t>
            </a:r>
            <a:endParaRPr lang="zh-CN" altLang="en-US"/>
          </a:p>
          <a:p>
            <a:r>
              <a:rPr lang="zh-CN" altLang="en-US"/>
              <a:t>听古典音乐或轻音乐等轻松愉快的音乐，有助于保持情绪稳定。</a:t>
            </a:r>
            <a:endParaRPr lang="zh-CN" altLang="en-US"/>
          </a:p>
        </p:txBody>
      </p:sp>
      <p:pic>
        <p:nvPicPr>
          <p:cNvPr id="9" name="图片 3" descr="娱乐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8670" y="3705225"/>
            <a:ext cx="2985770" cy="2778125"/>
          </a:xfrm>
          <a:prstGeom prst="rect">
            <a:avLst/>
          </a:prstGeom>
          <a:effectLst>
            <a:outerShdw blurRad="50800" dist="38100" dir="2700000" algn="tl" rotWithShape="0">
              <a:schemeClr val="accent6">
                <a:lumMod val="50000"/>
                <a:alpha val="40000"/>
              </a:schemeClr>
            </a:outerShdw>
          </a:effectLst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fade/>
      </p:transition>
    </mc:Choice>
    <mc:Fallback>
      <p:transition spd="slow" advTm="10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守护健康·防范病毒</a:t>
            </a:r>
            <a:endParaRPr lang="zh-CN" altLang="en-US"/>
          </a:p>
        </p:txBody>
      </p:sp>
      <p:sp>
        <p:nvSpPr>
          <p:cNvPr id="6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我们在行动·我们能战胜！</a:t>
            </a:r>
            <a:endParaRPr lang="zh-CN" altLang="en-US"/>
          </a:p>
        </p:txBody>
      </p:sp>
      <p:pic>
        <p:nvPicPr>
          <p:cNvPr id="7" name="图片 3"/>
          <p:cNvPicPr/>
          <p:nvPr/>
        </p:nvPicPr>
        <p:blipFill>
          <a:blip r:embed="rId1" cstate="screen"/>
          <a:stretch>
            <a:fillRect/>
          </a:stretch>
        </p:blipFill>
        <p:spPr>
          <a:xfrm flipH="1">
            <a:off x="0" y="3258185"/>
            <a:ext cx="4320000" cy="360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dissolve/>
      </p:transition>
    </mc:Choice>
    <mc:Fallback>
      <p:transition spd="slow" advTm="10000">
        <p:dissolv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729221516521_1_1"/>
</p:tagLst>
</file>

<file path=ppt/tags/tag4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2.xml><?xml version="1.0" encoding="utf-8"?>
<p:tagLst xmlns:p="http://schemas.openxmlformats.org/presentationml/2006/main">
  <p:tag name="PA" val="v5.2.5"/>
</p:tagLst>
</file>

<file path=ppt/tags/tag53.xml><?xml version="1.0" encoding="utf-8"?>
<p:tagLst xmlns:p="http://schemas.openxmlformats.org/presentationml/2006/main">
  <p:tag name="PA" val="v5.2.5"/>
</p:tagLst>
</file>

<file path=ppt/tags/tag54.xml><?xml version="1.0" encoding="utf-8"?>
<p:tagLst xmlns:p="http://schemas.openxmlformats.org/presentationml/2006/main">
  <p:tag name="PA" val="v5.2.5"/>
</p:tagLst>
</file>

<file path=ppt/tags/tag55.xml><?xml version="1.0" encoding="utf-8"?>
<p:tagLst xmlns:p="http://schemas.openxmlformats.org/presentationml/2006/main">
  <p:tag name="PA" val="v5.2.5"/>
</p:tagLst>
</file>

<file path=ppt/tags/tag56.xml><?xml version="1.0" encoding="utf-8"?>
<p:tagLst xmlns:p="http://schemas.openxmlformats.org/presentationml/2006/main">
  <p:tag name="PA" val="v5.2.5"/>
</p:tagLst>
</file>

<file path=ppt/tags/tag57.xml><?xml version="1.0" encoding="utf-8"?>
<p:tagLst xmlns:p="http://schemas.openxmlformats.org/presentationml/2006/main">
  <p:tag name="PA" val="v5.2.5"/>
</p:tagLst>
</file>

<file path=ppt/tags/tag58.xml><?xml version="1.0" encoding="utf-8"?>
<p:tagLst xmlns:p="http://schemas.openxmlformats.org/presentationml/2006/main">
  <p:tag name="PA" val="v5.2.5"/>
</p:tagLst>
</file>

<file path=ppt/tags/tag59.xml><?xml version="1.0" encoding="utf-8"?>
<p:tagLst xmlns:p="http://schemas.openxmlformats.org/presentationml/2006/main">
  <p:tag name="PA" val="v5.2.5"/>
</p:tagLst>
</file>

<file path=ppt/tags/tag60.xml><?xml version="1.0" encoding="utf-8"?>
<p:tagLst xmlns:p="http://schemas.openxmlformats.org/presentationml/2006/main">
  <p:tag name="PA" val="v5.2.5"/>
</p:tagLst>
</file>

<file path=ppt/tags/tag61.xml><?xml version="1.0" encoding="utf-8"?>
<p:tagLst xmlns:p="http://schemas.openxmlformats.org/presentationml/2006/main">
  <p:tag name="PA" val="v5.2.5"/>
</p:tagLst>
</file>

<file path=ppt/tags/tag62.xml><?xml version="1.0" encoding="utf-8"?>
<p:tagLst xmlns:p="http://schemas.openxmlformats.org/presentationml/2006/main">
  <p:tag name="PA" val="v5.2.5"/>
</p:tagLst>
</file>

<file path=ppt/tags/tag63.xml><?xml version="1.0" encoding="utf-8"?>
<p:tagLst xmlns:p="http://schemas.openxmlformats.org/presentationml/2006/main">
  <p:tag name="PA" val="v5.2.5"/>
</p:tagLst>
</file>

<file path=ppt/tags/tag64.xml><?xml version="1.0" encoding="utf-8"?>
<p:tagLst xmlns:p="http://schemas.openxmlformats.org/presentationml/2006/main">
  <p:tag name="PA" val="v5.2.5"/>
</p:tagLst>
</file>

<file path=ppt/tags/tag65.xml><?xml version="1.0" encoding="utf-8"?>
<p:tagLst xmlns:p="http://schemas.openxmlformats.org/presentationml/2006/main">
  <p:tag name="PA" val="v5.2.5"/>
</p:tagLst>
</file>

<file path=ppt/tags/tag66.xml><?xml version="1.0" encoding="utf-8"?>
<p:tagLst xmlns:p="http://schemas.openxmlformats.org/presentationml/2006/main">
  <p:tag name="PA" val="v5.2.5"/>
</p:tagLst>
</file>

<file path=ppt/tags/tag67.xml><?xml version="1.0" encoding="utf-8"?>
<p:tagLst xmlns:p="http://schemas.openxmlformats.org/presentationml/2006/main">
  <p:tag name="PA" val="v5.2.5"/>
</p:tagLst>
</file>

<file path=ppt/tags/tag68.xml><?xml version="1.0" encoding="utf-8"?>
<p:tagLst xmlns:p="http://schemas.openxmlformats.org/presentationml/2006/main">
  <p:tag name="PA" val="v5.2.5"/>
</p:tagLst>
</file>

<file path=ppt/tags/tag69.xml><?xml version="1.0" encoding="utf-8"?>
<p:tagLst xmlns:p="http://schemas.openxmlformats.org/presentationml/2006/main">
  <p:tag name="PA" val="v5.2.5"/>
</p:tagLst>
</file>

<file path=ppt/tags/tag70.xml><?xml version="1.0" encoding="utf-8"?>
<p:tagLst xmlns:p="http://schemas.openxmlformats.org/presentationml/2006/main">
  <p:tag name="PA" val="v5.2.5"/>
</p:tagLst>
</file>

<file path=ppt/tags/tag71.xml><?xml version="1.0" encoding="utf-8"?>
<p:tagLst xmlns:p="http://schemas.openxmlformats.org/presentationml/2006/main">
  <p:tag name="PA" val="v5.2.5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PA" val="v5.2.5"/>
</p:tagLst>
</file>

<file path=ppt/tags/tag76.xml><?xml version="1.0" encoding="utf-8"?>
<p:tagLst xmlns:p="http://schemas.openxmlformats.org/presentationml/2006/main">
  <p:tag name="PA" val="v5.2.5"/>
</p:tagLst>
</file>

<file path=ppt/tags/tag77.xml><?xml version="1.0" encoding="utf-8"?>
<p:tagLst xmlns:p="http://schemas.openxmlformats.org/presentationml/2006/main">
  <p:tag name="PA" val="v5.2.5"/>
</p:tagLst>
</file>

<file path=ppt/tags/tag78.xml><?xml version="1.0" encoding="utf-8"?>
<p:tagLst xmlns:p="http://schemas.openxmlformats.org/presentationml/2006/main">
  <p:tag name="PA" val="v5.2.5"/>
</p:tagLst>
</file>

<file path=ppt/tags/tag79.xml><?xml version="1.0" encoding="utf-8"?>
<p:tagLst xmlns:p="http://schemas.openxmlformats.org/presentationml/2006/main">
  <p:tag name="PA" val="v5.2.5"/>
</p:tagLst>
</file>

<file path=ppt/tags/tag80.xml><?xml version="1.0" encoding="utf-8"?>
<p:tagLst xmlns:p="http://schemas.openxmlformats.org/presentationml/2006/main">
  <p:tag name="PA" val="v5.2.5"/>
</p:tagLst>
</file>

<file path=ppt/tags/tag81.xml><?xml version="1.0" encoding="utf-8"?>
<p:tagLst xmlns:p="http://schemas.openxmlformats.org/presentationml/2006/main">
  <p:tag name="PA" val="v5.2.5"/>
</p:tagLst>
</file>

<file path=ppt/tags/tag82.xml><?xml version="1.0" encoding="utf-8"?>
<p:tagLst xmlns:p="http://schemas.openxmlformats.org/presentationml/2006/main">
  <p:tag name="PA" val="v5.2.5"/>
</p:tagLst>
</file>

<file path=ppt/tags/tag83.xml><?xml version="1.0" encoding="utf-8"?>
<p:tagLst xmlns:p="http://schemas.openxmlformats.org/presentationml/2006/main">
  <p:tag name="PA" val="v5.2.5"/>
</p:tagLst>
</file>

<file path=ppt/tags/tag84.xml><?xml version="1.0" encoding="utf-8"?>
<p:tagLst xmlns:p="http://schemas.openxmlformats.org/presentationml/2006/main">
  <p:tag name="PA" val="v5.2.5"/>
</p:tagLst>
</file>

<file path=ppt/tags/tag85.xml><?xml version="1.0" encoding="utf-8"?>
<p:tagLst xmlns:p="http://schemas.openxmlformats.org/presentationml/2006/main">
  <p:tag name="PA" val="v5.2.5"/>
</p:tagLst>
</file>

<file path=ppt/tags/tag86.xml><?xml version="1.0" encoding="utf-8"?>
<p:tagLst xmlns:p="http://schemas.openxmlformats.org/presentationml/2006/main">
  <p:tag name="PA" val="v5.2.5"/>
</p:tagLst>
</file>

<file path=ppt/tags/tag87.xml><?xml version="1.0" encoding="utf-8"?>
<p:tagLst xmlns:p="http://schemas.openxmlformats.org/presentationml/2006/main">
  <p:tag name="PA" val="v5.2.5"/>
</p:tagLst>
</file>

<file path=ppt/tags/tag88.xml><?xml version="1.0" encoding="utf-8"?>
<p:tagLst xmlns:p="http://schemas.openxmlformats.org/presentationml/2006/main">
  <p:tag name="PA" val="v5.2.5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TABLE_BEAUTIFY" val="smartTable{00b66c7f-dff7-4ed0-a749-0a4d23485125}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PA" val="v5.2.9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1214</Words>
  <Application>WPS 演示</Application>
  <PresentationFormat>宽屏</PresentationFormat>
  <Paragraphs>145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Wingdings</vt:lpstr>
      <vt:lpstr>Impact</vt:lpstr>
      <vt:lpstr>Arial Unicode MS</vt:lpstr>
      <vt:lpstr>Calibri</vt:lpstr>
      <vt:lpstr>Office 主题​​</vt:lpstr>
      <vt:lpstr>守护健康·防范病毒</vt:lpstr>
      <vt:lpstr>目录</vt:lpstr>
      <vt:lpstr>A病毒是什么</vt:lpstr>
      <vt:lpstr>为什么叫A病毒？</vt:lpstr>
      <vt:lpstr>感染患者有哪些临床表现？</vt:lpstr>
      <vt:lpstr>预防A病毒感染</vt:lpstr>
      <vt:lpstr>如何预防A病毒感染？</vt:lpstr>
      <vt:lpstr>七步洗手法</vt:lpstr>
      <vt:lpstr>正确佩带口罩</vt:lpstr>
      <vt:lpstr>如何选择口罩类型?</vt:lpstr>
      <vt:lpstr>如何正确佩戴口罩？</vt:lpstr>
      <vt:lpstr>学会心理调节</vt:lpstr>
      <vt:lpstr>个人进行自我疏导方式</vt:lpstr>
      <vt:lpstr>居家隔离缓解情绪方式</vt:lpstr>
      <vt:lpstr>守护健康·防范病毒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WPS_1563888677</cp:lastModifiedBy>
  <cp:revision>268</cp:revision>
  <dcterms:created xsi:type="dcterms:W3CDTF">2019-06-19T02:08:00Z</dcterms:created>
  <dcterms:modified xsi:type="dcterms:W3CDTF">2024-10-18T05:51:56Z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