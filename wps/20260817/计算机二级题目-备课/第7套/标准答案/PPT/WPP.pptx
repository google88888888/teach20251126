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jpeg" ContentType="image/jpe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olors1.xml" ContentType="application/vnd.ms-office.chartcolorstyle+xml"/>
  <Override PartName="/ppt/charts/style1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"/>
  </p:notesMasterIdLst>
  <p:sldIdLst>
    <p:sldId id="409" r:id="rId3"/>
    <p:sldId id="410" r:id="rId4"/>
    <p:sldId id="411" r:id="rId5"/>
    <p:sldId id="432" r:id="rId6"/>
    <p:sldId id="413" r:id="rId8"/>
    <p:sldId id="412" r:id="rId9"/>
    <p:sldId id="453" r:id="rId10"/>
    <p:sldId id="414" r:id="rId11"/>
    <p:sldId id="415" r:id="rId12"/>
    <p:sldId id="416" r:id="rId13"/>
    <p:sldId id="417" r:id="rId14"/>
    <p:sldId id="418" r:id="rId15"/>
    <p:sldId id="423" r:id="rId16"/>
    <p:sldId id="427" r:id="rId17"/>
    <p:sldId id="425" r:id="rId18"/>
    <p:sldId id="429" r:id="rId19"/>
    <p:sldId id="426" r:id="rId20"/>
    <p:sldId id="420" r:id="rId21"/>
    <p:sldId id="431" r:id="rId22"/>
    <p:sldId id="421" r:id="rId23"/>
  </p:sldIdLst>
  <p:sldSz cx="12192000" cy="6858000"/>
  <p:notesSz cx="6858000" cy="9144000"/>
  <p:custShowLst>
    <p:custShow name="缩略版" id="0">
      <p:sldLst>
        <p:sld r:id="rId3"/>
        <p:sld r:id="rId5"/>
        <p:sld r:id="rId9"/>
        <p:sld r:id="rId11"/>
        <p:sld r:id="rId14"/>
        <p:sld r:id="rId16"/>
        <p:sld r:id="rId20"/>
      </p:sldLst>
    </p:custShow>
  </p:custShow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缩略版" hiddenSlides="1"/>
  <p:showPr>
    <p:present/>
    <p:sldAll/>
  </p:showPr>
  <p:clrMru>
    <a:srgbClr val="D9D9D9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3" Type="http://schemas.microsoft.com/office/2011/relationships/chartColorStyle" Target="colors1.xml"/><Relationship Id="rId2" Type="http://schemas.microsoft.com/office/2011/relationships/chartStyle" Target="style1.xml"/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 defTabSz="914400">
              <a:defRPr lang="zh-CN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t>职业生涯规划与收入（元</a:t>
            </a:r>
            <a:r>
              <a:rPr lang="en-US" altLang="zh-CN"/>
              <a:t>/</a:t>
            </a:r>
            <a:r>
              <a:rPr altLang="en-US"/>
              <a:t>月</a:t>
            </a:r>
            <a:r>
              <a:t>）</a:t>
            </a: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Sheet1!$C$1</c:f>
              <c:strCache>
                <c:ptCount val="1"/>
                <c:pt idx="0">
                  <c:v>规划收入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14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助理</c:v>
                </c:pt>
                <c:pt idx="1">
                  <c:v>设计师</c:v>
                </c:pt>
                <c:pt idx="2">
                  <c:v>店长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5000</c:v>
                </c:pt>
                <c:pt idx="1">
                  <c:v>10000</c:v>
                </c:pt>
                <c:pt idx="2">
                  <c:v>20000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480316289"/>
        <c:axId val="951147537"/>
      </c:barChart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规划时间（年）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zh-CN"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</a:p>
            </c:txPr>
            <c:dLblPos val="l"/>
            <c:showLegendKey val="0"/>
            <c:showVal val="1"/>
            <c:showCatName val="0"/>
            <c:showSerName val="1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Sheet1!$A$2:$A$4</c:f>
              <c:strCache>
                <c:ptCount val="3"/>
                <c:pt idx="0">
                  <c:v>助理</c:v>
                </c:pt>
                <c:pt idx="1">
                  <c:v>设计师</c:v>
                </c:pt>
                <c:pt idx="2">
                  <c:v>店长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7</c:v>
                </c:pt>
              </c:numCache>
            </c:numRef>
          </c:val>
          <c:smooth val="1"/>
        </c:ser>
        <c:dLbls>
          <c:showLegendKey val="0"/>
          <c:showVal val="1"/>
          <c:showCatName val="0"/>
          <c:showSerName val="1"/>
          <c:showPercent val="0"/>
          <c:showBubbleSize val="0"/>
        </c:dLbls>
        <c:marker val="0"/>
        <c:smooth val="1"/>
        <c:axId val="838206237"/>
        <c:axId val="463173260"/>
      </c:lineChart>
      <c:catAx>
        <c:axId val="480316289"/>
        <c:scaling>
          <c:orientation val="minMax"/>
        </c:scaling>
        <c:delete val="0"/>
        <c:axPos val="b"/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zh-CN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t>企业职位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</c:title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951147537"/>
        <c:crosses val="autoZero"/>
        <c:auto val="1"/>
        <c:lblAlgn val="ctr"/>
        <c:lblOffset val="100"/>
        <c:noMultiLvlLbl val="0"/>
      </c:catAx>
      <c:valAx>
        <c:axId val="951147537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80316289"/>
        <c:crosses val="autoZero"/>
        <c:crossBetween val="between"/>
      </c:valAx>
      <c:catAx>
        <c:axId val="838206237"/>
        <c:scaling>
          <c:orientation val="minMax"/>
        </c:scaling>
        <c:delete val="1"/>
        <c:axPos val="b"/>
        <c:majorTickMark val="none"/>
        <c:minorTickMark val="none"/>
        <c:tickLblPos val="nextTo"/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463173260"/>
        <c:crosses val="autoZero"/>
        <c:auto val="1"/>
        <c:lblAlgn val="ctr"/>
        <c:lblOffset val="100"/>
        <c:noMultiLvlLbl val="0"/>
      </c:catAx>
      <c:valAx>
        <c:axId val="463173260"/>
        <c:scaling>
          <c:orientation val="minMax"/>
        </c:scaling>
        <c:delete val="0"/>
        <c:axPos val="r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zh-CN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838206237"/>
        <c:crosses val="max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316C34A-B3A3-4B4C-A41A-97236A8366BD}" type="doc">
      <dgm:prSet/>
      <dgm:spPr/>
      <dgm:t>
        <a:bodyPr/>
        <a:p>
          <a:endParaRPr altLang="en-US"/>
        </a:p>
      </dgm:t>
    </dgm:pt>
    <dgm:pt modelId="{AC37DFB1-3CB8-48E8-96FF-4EE74FA265D7}">
      <dgm:prSet phldr="0" custT="1"/>
      <dgm:spPr/>
      <dgm:t>
        <a:bodyPr vert="horz" wrap="square"/>
        <a:p>
          <a:pPr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sz="2800" b="1" i="0" u="none" baseline="0">
              <a:rtl val="0"/>
            </a:rPr>
            <a:t>课前活动</a:t>
          </a:r>
          <a:r>
            <a:rPr lang="zh-CN" altLang="en-US" sz="2800" b="1" i="0" u="none" baseline="0">
              <a:rtl val="0"/>
            </a:rPr>
            <a:t/>
          </a:r>
          <a:endParaRPr lang="zh-CN" altLang="en-US" sz="2800" b="1" i="0" u="none" baseline="0">
            <a:rtl val="0"/>
          </a:endParaRPr>
        </a:p>
      </dgm:t>
    </dgm:pt>
    <dgm:pt modelId="{BE4F9F1E-4989-4037-B7FA-D93CD454F7D7}" cxnId="{1977B15B-A19D-496B-87DC-830AEB0E4476}" type="parTrans">
      <dgm:prSet/>
      <dgm:spPr/>
    </dgm:pt>
    <dgm:pt modelId="{2E65B5B6-60A2-46E8-9A03-C8BC51738047}" cxnId="{1977B15B-A19D-496B-87DC-830AEB0E4476}" type="sibTrans">
      <dgm:prSet/>
      <dgm:spPr/>
    </dgm:pt>
    <dgm:pt modelId="{788C18E6-195C-4437-BD1C-5AD1B3955CB0}" type="pres">
      <dgm:prSet presAssocID="{E316C34A-B3A3-4B4C-A41A-97236A8366BD}" presName="linear" presStyleCnt="0">
        <dgm:presLayoutVars>
          <dgm:animLvl val="lvl"/>
          <dgm:resizeHandles val="exact"/>
        </dgm:presLayoutVars>
      </dgm:prSet>
      <dgm:spPr/>
    </dgm:pt>
    <dgm:pt modelId="{3CEED71C-315B-45D1-B117-F5EC195CEF2B}" type="pres">
      <dgm:prSet presAssocID="{AC37DFB1-3CB8-48E8-96FF-4EE74FA265D7}" presName="parentText" presStyleLbl="node1" presStyleIdx="0" presStyleCnt="1">
        <dgm:presLayoutVars>
          <dgm:chMax val="0"/>
          <dgm:bulletEnabled val="1"/>
        </dgm:presLayoutVars>
      </dgm:prSet>
      <dgm:spPr/>
    </dgm:pt>
  </dgm:ptLst>
  <dgm:cxnLst>
    <dgm:cxn modelId="{1977B15B-A19D-496B-87DC-830AEB0E4476}" srcId="{E316C34A-B3A3-4B4C-A41A-97236A8366BD}" destId="{AC37DFB1-3CB8-48E8-96FF-4EE74FA265D7}" srcOrd="0" destOrd="0" parTransId="{BE4F9F1E-4989-4037-B7FA-D93CD454F7D7}" sibTransId="{2E65B5B6-60A2-46E8-9A03-C8BC51738047}"/>
    <dgm:cxn modelId="{A4E19579-1C3A-44F4-B587-A7ADB71BC276}" type="presOf" srcId="{E316C34A-B3A3-4B4C-A41A-97236A8366BD}" destId="{788C18E6-195C-4437-BD1C-5AD1B3955CB0}" srcOrd="0" destOrd="0" presId="urn:microsoft.com/office/officeart/2005/8/layout/vList2"/>
    <dgm:cxn modelId="{456DCEED-7E89-4CB7-BF54-EEC4D11DFB56}" type="presParOf" srcId="{788C18E6-195C-4437-BD1C-5AD1B3955CB0}" destId="{3CEED71C-315B-45D1-B117-F5EC195CEF2B}" srcOrd="0" destOrd="0" presId="urn:microsoft.com/office/officeart/2005/8/layout/vList2"/>
    <dgm:cxn modelId="{085DDB7F-85C8-45E0-9CDF-D0D16E7B5F1F}" type="presOf" srcId="{AC37DFB1-3CB8-48E8-96FF-4EE74FA265D7}" destId="{3CEED71C-315B-45D1-B117-F5EC195CEF2B}" srcOrd="0" destOrd="0" presId="urn:microsoft.com/office/officeart/2005/8/layout/vList2"/>
  </dgm:cxnLst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9DBEC0D-3228-4D94-B6A9-7DC29421F586}" type="doc">
      <dgm:prSet loTypeId="urn:microsoft.com/office/officeart/2005/8/layout/hProcess3" loCatId="process" qsTypeId="urn:microsoft.com/office/officeart/2005/8/quickstyle/simple1" qsCatId="simple" csTypeId="urn:microsoft.com/office/officeart/2005/8/colors/accent1_2" csCatId="accent1" phldr="0"/>
      <dgm:spPr/>
    </dgm:pt>
    <dgm:pt modelId="{5E14B514-13A8-41E1-AABB-D87B52F0F7A7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创建情境</a:t>
          </a:r>
          <a:r>
            <a:rPr lang="zh-CN" altLang="en-US"/>
            <a:t/>
          </a:r>
          <a:endParaRPr lang="zh-CN" altLang="en-US"/>
        </a:p>
      </dgm:t>
    </dgm:pt>
    <dgm:pt modelId="{D5D91FC0-0661-4826-8DB4-BD3CA46365AD}" cxnId="{6F41AD3A-D7DB-4441-8868-AE0D749F2635}" type="parTrans">
      <dgm:prSet/>
      <dgm:spPr/>
    </dgm:pt>
    <dgm:pt modelId="{352F5739-0E5F-4077-AB9E-377BD3FB7247}" cxnId="{6F41AD3A-D7DB-4441-8868-AE0D749F2635}" type="sibTrans">
      <dgm:prSet/>
      <dgm:spPr/>
    </dgm:pt>
    <dgm:pt modelId="{37AA553D-5AF8-4B2D-8913-3825508AE9DC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巩固知识</a:t>
          </a:r>
          <a:r>
            <a:rPr lang="zh-CN" altLang="en-US"/>
            <a:t/>
          </a:r>
          <a:endParaRPr lang="zh-CN" altLang="en-US"/>
        </a:p>
      </dgm:t>
    </dgm:pt>
    <dgm:pt modelId="{BAA72A6A-3294-49F8-B4A2-7E9277C9B889}" cxnId="{98A3DDCF-1E83-4F24-99AB-D5D2F4E0334C}" type="parTrans">
      <dgm:prSet/>
      <dgm:spPr/>
    </dgm:pt>
    <dgm:pt modelId="{68432C35-8F5A-451F-B499-B48A6EBEBD6C}" cxnId="{98A3DDCF-1E83-4F24-99AB-D5D2F4E0334C}" type="sibTrans">
      <dgm:prSet/>
      <dgm:spPr/>
    </dgm:pt>
    <dgm:pt modelId="{F5C0C213-BCEA-4C9C-AB32-A08FA3EBB066}">
      <dgm:prSet phldrT="[文本]"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ym typeface="+mn-ea"/>
            </a:rPr>
            <a:t>体验探究</a:t>
          </a:r>
          <a:r>
            <a:rPr lang="zh-CN" altLang="en-US"/>
            <a:t/>
          </a:r>
          <a:endParaRPr lang="zh-CN" altLang="en-US"/>
        </a:p>
      </dgm:t>
    </dgm:pt>
    <dgm:pt modelId="{6E4AC384-5EE6-4911-B9B1-DA79B719BDC0}" cxnId="{7CBC41EC-7CD9-4679-911F-E419661ACF0F}" type="parTrans">
      <dgm:prSet/>
      <dgm:spPr/>
    </dgm:pt>
    <dgm:pt modelId="{1E5D234C-F179-4E4F-BAE9-B81F3FCC8813}" cxnId="{7CBC41EC-7CD9-4679-911F-E419661ACF0F}" type="sibTrans">
      <dgm:prSet/>
      <dgm:spPr/>
    </dgm:pt>
    <dgm:pt modelId="{859E735A-6646-4A70-873C-B7611CFB471A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交</a:t>
          </a:r>
          <a:r>
            <a:rPr lang="zh-CN" altLang="en-US">
              <a:sym typeface="+mn-ea"/>
            </a:rPr>
            <a:t>流评价</a:t>
          </a:r>
          <a:r>
            <a:rPr lang="zh-CN" altLang="en-US"/>
            <a:t/>
          </a:r>
          <a:endParaRPr lang="zh-CN" altLang="en-US"/>
        </a:p>
      </dgm:t>
    </dgm:pt>
    <dgm:pt modelId="{90303771-27FA-426E-BE2D-8E067CBD5DE3}" cxnId="{5432C903-F1A5-4DCF-B303-D95D1BE120A3}" type="parTrans">
      <dgm:prSet/>
      <dgm:spPr/>
    </dgm:pt>
    <dgm:pt modelId="{FFD05F68-F151-48DE-8535-D46178897CC9}" cxnId="{5432C903-F1A5-4DCF-B303-D95D1BE120A3}" type="sibTrans">
      <dgm:prSet/>
      <dgm:spPr/>
    </dgm:pt>
    <dgm:pt modelId="{6694517C-5643-46F2-8CC5-7226AE0E994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总</a:t>
          </a:r>
          <a:r>
            <a:rPr lang="zh-CN" altLang="en-US">
              <a:sym typeface="+mn-ea"/>
            </a:rPr>
            <a:t>结提升</a:t>
          </a:r>
          <a:r>
            <a:rPr lang="zh-CN" altLang="en-US"/>
            <a:t/>
          </a:r>
          <a:endParaRPr lang="zh-CN" altLang="en-US"/>
        </a:p>
      </dgm:t>
    </dgm:pt>
    <dgm:pt modelId="{A9641D11-B882-4891-883E-6896DD5A33BA}" cxnId="{AC715236-5393-412B-B959-9FEA707B4023}" type="parTrans">
      <dgm:prSet/>
      <dgm:spPr/>
    </dgm:pt>
    <dgm:pt modelId="{BF2BD7B2-DE58-4393-A215-54AE6267E8CD}" cxnId="{AC715236-5393-412B-B959-9FEA707B4023}" type="sibTrans">
      <dgm:prSet/>
      <dgm:spPr/>
    </dgm:pt>
    <dgm:pt modelId="{CCF290B2-010A-4ECD-9097-567B8D05E9EE}">
      <dgm:prSet phldr="0" custT="0"/>
      <dgm:spPr/>
      <dgm:t>
        <a:bodyPr vert="horz" wrap="square"/>
        <a:p>
          <a:pPr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ym typeface="+mn-ea"/>
            </a:rPr>
            <a:t>拓</a:t>
          </a:r>
          <a:r>
            <a:rPr lang="zh-CN" altLang="en-US">
              <a:sym typeface="+mn-ea"/>
            </a:rPr>
            <a:t>展运用</a:t>
          </a:r>
          <a:r>
            <a:rPr lang="zh-CN" altLang="en-US"/>
            <a:t/>
          </a:r>
          <a:endParaRPr lang="zh-CN" altLang="en-US"/>
        </a:p>
      </dgm:t>
    </dgm:pt>
    <dgm:pt modelId="{1EE327DA-CAEB-4CF1-A671-CEE200851FE9}" cxnId="{7764B299-308B-4E36-99D9-589681970180}" type="parTrans">
      <dgm:prSet/>
      <dgm:spPr/>
    </dgm:pt>
    <dgm:pt modelId="{7AA2C595-2090-47C8-8406-B0A6A0B5762D}" cxnId="{7764B299-308B-4E36-99D9-589681970180}" type="sibTrans">
      <dgm:prSet/>
      <dgm:spPr/>
    </dgm:pt>
    <dgm:pt modelId="{9A3FCB0A-4CCC-43D3-94CF-93AE13B1B8CC}" type="pres">
      <dgm:prSet presAssocID="{D9DBEC0D-3228-4D94-B6A9-7DC29421F586}" presName="Name0" presStyleCnt="0">
        <dgm:presLayoutVars>
          <dgm:dir/>
          <dgm:animLvl val="lvl"/>
          <dgm:resizeHandles val="exact"/>
        </dgm:presLayoutVars>
      </dgm:prSet>
      <dgm:spPr/>
    </dgm:pt>
    <dgm:pt modelId="{70D47F91-7FB2-4CD8-9A24-A43456964789}" type="pres">
      <dgm:prSet presAssocID="{D9DBEC0D-3228-4D94-B6A9-7DC29421F586}" presName="dummy" presStyleCnt="0"/>
      <dgm:spPr/>
    </dgm:pt>
    <dgm:pt modelId="{AEB5B7CB-ACC5-4FD0-A6CB-9E4450DCC121}" type="pres">
      <dgm:prSet presAssocID="{D9DBEC0D-3228-4D94-B6A9-7DC29421F586}" presName="linH" presStyleCnt="0"/>
      <dgm:spPr/>
    </dgm:pt>
    <dgm:pt modelId="{6079EE43-7223-4044-88AF-4F6AC0469A7D}" type="pres">
      <dgm:prSet presAssocID="{D9DBEC0D-3228-4D94-B6A9-7DC29421F586}" presName="padding1" presStyleCnt="0"/>
      <dgm:spPr/>
    </dgm:pt>
    <dgm:pt modelId="{B84BDF4C-85B7-468C-A98E-AC98CA661420}" type="pres">
      <dgm:prSet presAssocID="{5E14B514-13A8-41E1-AABB-D87B52F0F7A7}" presName="linV" presStyleCnt="0"/>
      <dgm:spPr/>
    </dgm:pt>
    <dgm:pt modelId="{98D3B755-23E2-43D3-802D-80CC92377972}" type="pres">
      <dgm:prSet presAssocID="{5E14B514-13A8-41E1-AABB-D87B52F0F7A7}" presName="spVertical1" presStyleCnt="0"/>
      <dgm:spPr/>
    </dgm:pt>
    <dgm:pt modelId="{FE8AC867-2966-4F3E-8B7C-683A8FC5320B}" type="pres">
      <dgm:prSet presAssocID="{5E14B514-13A8-41E1-AABB-D87B52F0F7A7}" presName="parTx" presStyleLbl="revTx" presStyleIdx="0" presStyleCnt="6">
        <dgm:presLayoutVars>
          <dgm:chMax val="0"/>
          <dgm:chPref val="0"/>
          <dgm:bulletEnabled val="1"/>
        </dgm:presLayoutVars>
      </dgm:prSet>
      <dgm:spPr/>
    </dgm:pt>
    <dgm:pt modelId="{3728B0B2-5243-4115-901E-68C845CD4A6B}" type="pres">
      <dgm:prSet presAssocID="{5E14B514-13A8-41E1-AABB-D87B52F0F7A7}" presName="spVertical2" presStyleCnt="0"/>
      <dgm:spPr/>
    </dgm:pt>
    <dgm:pt modelId="{28A411E3-BCF9-44E5-98F4-EE3D69B645B8}" type="pres">
      <dgm:prSet presAssocID="{5E14B514-13A8-41E1-AABB-D87B52F0F7A7}" presName="spVertical3" presStyleCnt="0"/>
      <dgm:spPr/>
    </dgm:pt>
    <dgm:pt modelId="{0DAD0539-32C2-411D-8DA6-7B3BDBFDA507}" type="pres">
      <dgm:prSet presAssocID="{352F5739-0E5F-4077-AB9E-377BD3FB7247}" presName="space" presStyleCnt="0"/>
      <dgm:spPr/>
    </dgm:pt>
    <dgm:pt modelId="{A14C14B9-9E54-43F6-BF13-BCF8B1368C72}" type="pres">
      <dgm:prSet presAssocID="{37AA553D-5AF8-4B2D-8913-3825508AE9DC}" presName="linV" presStyleCnt="0"/>
      <dgm:spPr/>
    </dgm:pt>
    <dgm:pt modelId="{75F67EC8-4D5D-44CE-ADD7-D127BD9B78F6}" type="pres">
      <dgm:prSet presAssocID="{37AA553D-5AF8-4B2D-8913-3825508AE9DC}" presName="spVertical1" presStyleCnt="0"/>
      <dgm:spPr/>
    </dgm:pt>
    <dgm:pt modelId="{8BE6CCA6-9959-410D-A7A8-E175C3CE561D}" type="pres">
      <dgm:prSet presAssocID="{37AA553D-5AF8-4B2D-8913-3825508AE9DC}" presName="parTx" presStyleLbl="revTx" presStyleIdx="1" presStyleCnt="6">
        <dgm:presLayoutVars>
          <dgm:chMax val="0"/>
          <dgm:chPref val="0"/>
          <dgm:bulletEnabled val="1"/>
        </dgm:presLayoutVars>
      </dgm:prSet>
      <dgm:spPr/>
    </dgm:pt>
    <dgm:pt modelId="{CBA31392-5C07-453D-80C7-BD4B54F5FAD3}" type="pres">
      <dgm:prSet presAssocID="{37AA553D-5AF8-4B2D-8913-3825508AE9DC}" presName="spVertical2" presStyleCnt="0"/>
      <dgm:spPr/>
    </dgm:pt>
    <dgm:pt modelId="{B1031554-6883-4A45-9EC9-4F5A60D279BF}" type="pres">
      <dgm:prSet presAssocID="{37AA553D-5AF8-4B2D-8913-3825508AE9DC}" presName="spVertical3" presStyleCnt="0"/>
      <dgm:spPr/>
    </dgm:pt>
    <dgm:pt modelId="{65A97C50-A67C-413B-80BB-C8546F33BA22}" type="pres">
      <dgm:prSet presAssocID="{68432C35-8F5A-451F-B499-B48A6EBEBD6C}" presName="space" presStyleCnt="0"/>
      <dgm:spPr/>
    </dgm:pt>
    <dgm:pt modelId="{AA72A2E9-EB5B-405D-BF18-F013FE88746B}" type="pres">
      <dgm:prSet presAssocID="{F5C0C213-BCEA-4C9C-AB32-A08FA3EBB066}" presName="linV" presStyleCnt="0"/>
      <dgm:spPr/>
    </dgm:pt>
    <dgm:pt modelId="{6EEB2E6A-ECA0-452F-8767-071AF00A9B45}" type="pres">
      <dgm:prSet presAssocID="{F5C0C213-BCEA-4C9C-AB32-A08FA3EBB066}" presName="spVertical1" presStyleCnt="0"/>
      <dgm:spPr/>
    </dgm:pt>
    <dgm:pt modelId="{B08FC8A3-E9C6-4C4D-BEB3-1402053317A0}" type="pres">
      <dgm:prSet presAssocID="{F5C0C213-BCEA-4C9C-AB32-A08FA3EBB066}" presName="parTx" presStyleLbl="revTx" presStyleIdx="2" presStyleCnt="6">
        <dgm:presLayoutVars>
          <dgm:chMax val="0"/>
          <dgm:chPref val="0"/>
          <dgm:bulletEnabled val="1"/>
        </dgm:presLayoutVars>
      </dgm:prSet>
      <dgm:spPr/>
    </dgm:pt>
    <dgm:pt modelId="{ACBB3A7B-444E-47E1-A619-CE9CEF6A2F00}" type="pres">
      <dgm:prSet presAssocID="{F5C0C213-BCEA-4C9C-AB32-A08FA3EBB066}" presName="spVertical2" presStyleCnt="0"/>
      <dgm:spPr/>
    </dgm:pt>
    <dgm:pt modelId="{6E2D2FBC-93D9-43A5-8A6A-386D687C0A6E}" type="pres">
      <dgm:prSet presAssocID="{F5C0C213-BCEA-4C9C-AB32-A08FA3EBB066}" presName="spVertical3" presStyleCnt="0"/>
      <dgm:spPr/>
    </dgm:pt>
    <dgm:pt modelId="{B3581A1C-A9BE-4E25-A190-DC521B74DC9F}" type="pres">
      <dgm:prSet presAssocID="{1E5D234C-F179-4E4F-BAE9-B81F3FCC8813}" presName="space" presStyleCnt="0"/>
      <dgm:spPr/>
    </dgm:pt>
    <dgm:pt modelId="{72381CF3-8F9B-4CFA-9175-C3B0D1D18C36}" type="pres">
      <dgm:prSet presAssocID="{859E735A-6646-4A70-873C-B7611CFB471A}" presName="linV" presStyleCnt="0"/>
      <dgm:spPr/>
    </dgm:pt>
    <dgm:pt modelId="{AEE61053-62FA-4275-99E5-0D45669AEBAF}" type="pres">
      <dgm:prSet presAssocID="{859E735A-6646-4A70-873C-B7611CFB471A}" presName="spVertical1" presStyleCnt="0"/>
      <dgm:spPr/>
    </dgm:pt>
    <dgm:pt modelId="{D024E54D-BB0D-49B9-A6E6-312D49BBB6FE}" type="pres">
      <dgm:prSet presAssocID="{859E735A-6646-4A70-873C-B7611CFB471A}" presName="parTx" presStyleLbl="revTx" presStyleIdx="3" presStyleCnt="6">
        <dgm:presLayoutVars>
          <dgm:chMax val="0"/>
          <dgm:chPref val="0"/>
          <dgm:bulletEnabled val="1"/>
        </dgm:presLayoutVars>
      </dgm:prSet>
      <dgm:spPr/>
    </dgm:pt>
    <dgm:pt modelId="{4995AFBD-FE2C-4FC0-8881-4B33FEE921F5}" type="pres">
      <dgm:prSet presAssocID="{859E735A-6646-4A70-873C-B7611CFB471A}" presName="spVertical2" presStyleCnt="0"/>
      <dgm:spPr/>
    </dgm:pt>
    <dgm:pt modelId="{810CE557-8881-4116-BD0E-BC46473B6480}" type="pres">
      <dgm:prSet presAssocID="{859E735A-6646-4A70-873C-B7611CFB471A}" presName="spVertical3" presStyleCnt="0"/>
      <dgm:spPr/>
    </dgm:pt>
    <dgm:pt modelId="{A2DDB88E-1646-4BA7-83A7-ECBC4D7B9F62}" type="pres">
      <dgm:prSet presAssocID="{FFD05F68-F151-48DE-8535-D46178897CC9}" presName="space" presStyleCnt="0"/>
      <dgm:spPr/>
    </dgm:pt>
    <dgm:pt modelId="{B01F8F7C-86E7-4CD2-A89E-D30882A85ADC}" type="pres">
      <dgm:prSet presAssocID="{6694517C-5643-46F2-8CC5-7226AE0E994E}" presName="linV" presStyleCnt="0"/>
      <dgm:spPr/>
    </dgm:pt>
    <dgm:pt modelId="{CA5899D5-2323-4BDE-B7B6-DDAFA997BC3A}" type="pres">
      <dgm:prSet presAssocID="{6694517C-5643-46F2-8CC5-7226AE0E994E}" presName="spVertical1" presStyleCnt="0"/>
      <dgm:spPr/>
    </dgm:pt>
    <dgm:pt modelId="{F8D80E42-2777-41E0-AA90-CD6DC12A3871}" type="pres">
      <dgm:prSet presAssocID="{6694517C-5643-46F2-8CC5-7226AE0E994E}" presName="parTx" presStyleLbl="revTx" presStyleIdx="4" presStyleCnt="6">
        <dgm:presLayoutVars>
          <dgm:chMax val="0"/>
          <dgm:chPref val="0"/>
          <dgm:bulletEnabled val="1"/>
        </dgm:presLayoutVars>
      </dgm:prSet>
      <dgm:spPr/>
    </dgm:pt>
    <dgm:pt modelId="{94AADAA7-546C-4E21-9366-B0A72DD663AD}" type="pres">
      <dgm:prSet presAssocID="{6694517C-5643-46F2-8CC5-7226AE0E994E}" presName="spVertical2" presStyleCnt="0"/>
      <dgm:spPr/>
    </dgm:pt>
    <dgm:pt modelId="{3844021B-8A3A-47F5-A908-01B2F86A9C2C}" type="pres">
      <dgm:prSet presAssocID="{6694517C-5643-46F2-8CC5-7226AE0E994E}" presName="spVertical3" presStyleCnt="0"/>
      <dgm:spPr/>
    </dgm:pt>
    <dgm:pt modelId="{90243912-343E-401E-B459-30F9C10F83D4}" type="pres">
      <dgm:prSet presAssocID="{BF2BD7B2-DE58-4393-A215-54AE6267E8CD}" presName="space" presStyleCnt="0"/>
      <dgm:spPr/>
    </dgm:pt>
    <dgm:pt modelId="{358DFC20-1A7C-4387-9FC3-4C3EDF1D8911}" type="pres">
      <dgm:prSet presAssocID="{CCF290B2-010A-4ECD-9097-567B8D05E9EE}" presName="linV" presStyleCnt="0"/>
      <dgm:spPr/>
    </dgm:pt>
    <dgm:pt modelId="{6684E859-61D3-4A90-9BF0-964B221188F1}" type="pres">
      <dgm:prSet presAssocID="{CCF290B2-010A-4ECD-9097-567B8D05E9EE}" presName="spVertical1" presStyleCnt="0"/>
      <dgm:spPr/>
    </dgm:pt>
    <dgm:pt modelId="{6E783617-44A6-47EB-B612-5F6538C81428}" type="pres">
      <dgm:prSet presAssocID="{CCF290B2-010A-4ECD-9097-567B8D05E9EE}" presName="parTx" presStyleLbl="revTx" presStyleIdx="5" presStyleCnt="6">
        <dgm:presLayoutVars>
          <dgm:chMax val="0"/>
          <dgm:chPref val="0"/>
          <dgm:bulletEnabled val="1"/>
        </dgm:presLayoutVars>
      </dgm:prSet>
      <dgm:spPr/>
    </dgm:pt>
    <dgm:pt modelId="{2A13F543-584C-45DB-91F5-3873932FFF0D}" type="pres">
      <dgm:prSet presAssocID="{CCF290B2-010A-4ECD-9097-567B8D05E9EE}" presName="spVertical2" presStyleCnt="0"/>
      <dgm:spPr/>
    </dgm:pt>
    <dgm:pt modelId="{B11230DD-8857-42E9-87F1-9068138BB014}" type="pres">
      <dgm:prSet presAssocID="{CCF290B2-010A-4ECD-9097-567B8D05E9EE}" presName="spVertical3" presStyleCnt="0"/>
      <dgm:spPr/>
    </dgm:pt>
    <dgm:pt modelId="{C6E6D5DA-2142-4311-B4A3-8853B3D395CE}" type="pres">
      <dgm:prSet presAssocID="{D9DBEC0D-3228-4D94-B6A9-7DC29421F586}" presName="padding2" presStyleCnt="0"/>
      <dgm:spPr/>
    </dgm:pt>
    <dgm:pt modelId="{A0B6043F-1DE0-4553-9FFF-75829C586A51}" type="pres">
      <dgm:prSet presAssocID="{D9DBEC0D-3228-4D94-B6A9-7DC29421F586}" presName="negArrow" presStyleCnt="0"/>
      <dgm:spPr/>
    </dgm:pt>
    <dgm:pt modelId="{BE4AC2E3-1CE5-4186-AE56-712663C7BBBF}" type="pres">
      <dgm:prSet presAssocID="{D9DBEC0D-3228-4D94-B6A9-7DC29421F586}" presName="backgroundArrow" presStyleLbl="node1" presStyleIdx="0" presStyleCnt="1"/>
      <dgm:spPr/>
    </dgm:pt>
  </dgm:ptLst>
  <dgm:cxnLst>
    <dgm:cxn modelId="{6F41AD3A-D7DB-4441-8868-AE0D749F2635}" srcId="{D9DBEC0D-3228-4D94-B6A9-7DC29421F586}" destId="{5E14B514-13A8-41E1-AABB-D87B52F0F7A7}" srcOrd="0" destOrd="0" parTransId="{D5D91FC0-0661-4826-8DB4-BD3CA46365AD}" sibTransId="{352F5739-0E5F-4077-AB9E-377BD3FB7247}"/>
    <dgm:cxn modelId="{98A3DDCF-1E83-4F24-99AB-D5D2F4E0334C}" srcId="{D9DBEC0D-3228-4D94-B6A9-7DC29421F586}" destId="{37AA553D-5AF8-4B2D-8913-3825508AE9DC}" srcOrd="1" destOrd="0" parTransId="{BAA72A6A-3294-49F8-B4A2-7E9277C9B889}" sibTransId="{68432C35-8F5A-451F-B499-B48A6EBEBD6C}"/>
    <dgm:cxn modelId="{7CBC41EC-7CD9-4679-911F-E419661ACF0F}" srcId="{D9DBEC0D-3228-4D94-B6A9-7DC29421F586}" destId="{F5C0C213-BCEA-4C9C-AB32-A08FA3EBB066}" srcOrd="2" destOrd="0" parTransId="{6E4AC384-5EE6-4911-B9B1-DA79B719BDC0}" sibTransId="{1E5D234C-F179-4E4F-BAE9-B81F3FCC8813}"/>
    <dgm:cxn modelId="{5432C903-F1A5-4DCF-B303-D95D1BE120A3}" srcId="{D9DBEC0D-3228-4D94-B6A9-7DC29421F586}" destId="{859E735A-6646-4A70-873C-B7611CFB471A}" srcOrd="3" destOrd="0" parTransId="{90303771-27FA-426E-BE2D-8E067CBD5DE3}" sibTransId="{FFD05F68-F151-48DE-8535-D46178897CC9}"/>
    <dgm:cxn modelId="{AC715236-5393-412B-B959-9FEA707B4023}" srcId="{D9DBEC0D-3228-4D94-B6A9-7DC29421F586}" destId="{6694517C-5643-46F2-8CC5-7226AE0E994E}" srcOrd="4" destOrd="0" parTransId="{A9641D11-B882-4891-883E-6896DD5A33BA}" sibTransId="{BF2BD7B2-DE58-4393-A215-54AE6267E8CD}"/>
    <dgm:cxn modelId="{7764B299-308B-4E36-99D9-589681970180}" srcId="{D9DBEC0D-3228-4D94-B6A9-7DC29421F586}" destId="{CCF290B2-010A-4ECD-9097-567B8D05E9EE}" srcOrd="5" destOrd="0" parTransId="{1EE327DA-CAEB-4CF1-A671-CEE200851FE9}" sibTransId="{7AA2C595-2090-47C8-8406-B0A6A0B5762D}"/>
    <dgm:cxn modelId="{2F8DF86D-0F9A-431D-A743-4A265C9B2441}" type="presOf" srcId="{D9DBEC0D-3228-4D94-B6A9-7DC29421F586}" destId="{9A3FCB0A-4CCC-43D3-94CF-93AE13B1B8CC}" srcOrd="0" destOrd="0" presId="urn:microsoft.com/office/officeart/2005/8/layout/hProcess3"/>
    <dgm:cxn modelId="{608737F5-6983-4EC7-84D7-E2C7CA110AAD}" type="presParOf" srcId="{9A3FCB0A-4CCC-43D3-94CF-93AE13B1B8CC}" destId="{70D47F91-7FB2-4CD8-9A24-A43456964789}" srcOrd="0" destOrd="0" presId="urn:microsoft.com/office/officeart/2005/8/layout/hProcess3"/>
    <dgm:cxn modelId="{CF3B0489-7B87-4100-B895-49FB4602D98D}" type="presParOf" srcId="{9A3FCB0A-4CCC-43D3-94CF-93AE13B1B8CC}" destId="{AEB5B7CB-ACC5-4FD0-A6CB-9E4450DCC121}" srcOrd="1" destOrd="0" presId="urn:microsoft.com/office/officeart/2005/8/layout/hProcess3"/>
    <dgm:cxn modelId="{99519F46-A636-4698-B2C9-316190A1ECEB}" type="presParOf" srcId="{AEB5B7CB-ACC5-4FD0-A6CB-9E4450DCC121}" destId="{6079EE43-7223-4044-88AF-4F6AC0469A7D}" srcOrd="0" destOrd="1" presId="urn:microsoft.com/office/officeart/2005/8/layout/hProcess3"/>
    <dgm:cxn modelId="{4695BB0E-0377-4FF7-9182-F41079A503E9}" type="presParOf" srcId="{AEB5B7CB-ACC5-4FD0-A6CB-9E4450DCC121}" destId="{B84BDF4C-85B7-468C-A98E-AC98CA661420}" srcOrd="1" destOrd="1" presId="urn:microsoft.com/office/officeart/2005/8/layout/hProcess3"/>
    <dgm:cxn modelId="{45DBBE24-167C-4D24-BFFD-2381B14FEB7D}" type="presParOf" srcId="{B84BDF4C-85B7-468C-A98E-AC98CA661420}" destId="{98D3B755-23E2-43D3-802D-80CC92377972}" srcOrd="0" destOrd="1" presId="urn:microsoft.com/office/officeart/2005/8/layout/hProcess3"/>
    <dgm:cxn modelId="{153A6CB7-1A08-412A-AB7E-ACAF2C7F1B20}" type="presParOf" srcId="{B84BDF4C-85B7-468C-A98E-AC98CA661420}" destId="{FE8AC867-2966-4F3E-8B7C-683A8FC5320B}" srcOrd="1" destOrd="1" presId="urn:microsoft.com/office/officeart/2005/8/layout/hProcess3"/>
    <dgm:cxn modelId="{359A3B4E-2F16-4CD9-8005-EA4B6E9AA0A1}" type="presOf" srcId="{5E14B514-13A8-41E1-AABB-D87B52F0F7A7}" destId="{FE8AC867-2966-4F3E-8B7C-683A8FC5320B}" srcOrd="0" destOrd="0" presId="urn:microsoft.com/office/officeart/2005/8/layout/hProcess3"/>
    <dgm:cxn modelId="{F6925F8A-6F09-439F-BFCB-E215092C567C}" type="presParOf" srcId="{B84BDF4C-85B7-468C-A98E-AC98CA661420}" destId="{3728B0B2-5243-4115-901E-68C845CD4A6B}" srcOrd="2" destOrd="1" presId="urn:microsoft.com/office/officeart/2005/8/layout/hProcess3"/>
    <dgm:cxn modelId="{F61DE206-2BC5-4E01-B5FF-AE3AEF9958C3}" type="presParOf" srcId="{B84BDF4C-85B7-468C-A98E-AC98CA661420}" destId="{28A411E3-BCF9-44E5-98F4-EE3D69B645B8}" srcOrd="3" destOrd="1" presId="urn:microsoft.com/office/officeart/2005/8/layout/hProcess3"/>
    <dgm:cxn modelId="{92D73905-3BA2-4382-92F2-4A61AF66EF98}" type="presParOf" srcId="{AEB5B7CB-ACC5-4FD0-A6CB-9E4450DCC121}" destId="{0DAD0539-32C2-411D-8DA6-7B3BDBFDA507}" srcOrd="2" destOrd="1" presId="urn:microsoft.com/office/officeart/2005/8/layout/hProcess3"/>
    <dgm:cxn modelId="{87692040-80DA-48CA-A9F8-7C8AE3BAF040}" type="presParOf" srcId="{AEB5B7CB-ACC5-4FD0-A6CB-9E4450DCC121}" destId="{A14C14B9-9E54-43F6-BF13-BCF8B1368C72}" srcOrd="3" destOrd="1" presId="urn:microsoft.com/office/officeart/2005/8/layout/hProcess3"/>
    <dgm:cxn modelId="{8F795500-47AE-4E68-8C2B-E7792FC4E31D}" type="presParOf" srcId="{A14C14B9-9E54-43F6-BF13-BCF8B1368C72}" destId="{75F67EC8-4D5D-44CE-ADD7-D127BD9B78F6}" srcOrd="0" destOrd="3" presId="urn:microsoft.com/office/officeart/2005/8/layout/hProcess3"/>
    <dgm:cxn modelId="{0649019B-9FBB-41FC-BE32-433F470FF02F}" type="presParOf" srcId="{A14C14B9-9E54-43F6-BF13-BCF8B1368C72}" destId="{8BE6CCA6-9959-410D-A7A8-E175C3CE561D}" srcOrd="1" destOrd="3" presId="urn:microsoft.com/office/officeart/2005/8/layout/hProcess3"/>
    <dgm:cxn modelId="{AD595C6C-F920-4A47-AD79-89B0061FABDB}" type="presOf" srcId="{37AA553D-5AF8-4B2D-8913-3825508AE9DC}" destId="{8BE6CCA6-9959-410D-A7A8-E175C3CE561D}" srcOrd="0" destOrd="0" presId="urn:microsoft.com/office/officeart/2005/8/layout/hProcess3"/>
    <dgm:cxn modelId="{223CE96A-897B-4AE0-98B7-2A690A9094C1}" type="presParOf" srcId="{A14C14B9-9E54-43F6-BF13-BCF8B1368C72}" destId="{CBA31392-5C07-453D-80C7-BD4B54F5FAD3}" srcOrd="2" destOrd="3" presId="urn:microsoft.com/office/officeart/2005/8/layout/hProcess3"/>
    <dgm:cxn modelId="{E21E7275-C0E7-43C5-BA25-7BF8233DA817}" type="presParOf" srcId="{A14C14B9-9E54-43F6-BF13-BCF8B1368C72}" destId="{B1031554-6883-4A45-9EC9-4F5A60D279BF}" srcOrd="3" destOrd="3" presId="urn:microsoft.com/office/officeart/2005/8/layout/hProcess3"/>
    <dgm:cxn modelId="{6B8E50C2-D9A3-46F3-8970-BAFAD09D629A}" type="presParOf" srcId="{AEB5B7CB-ACC5-4FD0-A6CB-9E4450DCC121}" destId="{65A97C50-A67C-413B-80BB-C8546F33BA22}" srcOrd="4" destOrd="1" presId="urn:microsoft.com/office/officeart/2005/8/layout/hProcess3"/>
    <dgm:cxn modelId="{1488C884-4ADC-4A82-8432-C5075F80507E}" type="presParOf" srcId="{AEB5B7CB-ACC5-4FD0-A6CB-9E4450DCC121}" destId="{AA72A2E9-EB5B-405D-BF18-F013FE88746B}" srcOrd="5" destOrd="1" presId="urn:microsoft.com/office/officeart/2005/8/layout/hProcess3"/>
    <dgm:cxn modelId="{7AEBDAD8-BE95-4600-B87D-31D9B7428262}" type="presParOf" srcId="{AA72A2E9-EB5B-405D-BF18-F013FE88746B}" destId="{6EEB2E6A-ECA0-452F-8767-071AF00A9B45}" srcOrd="0" destOrd="5" presId="urn:microsoft.com/office/officeart/2005/8/layout/hProcess3"/>
    <dgm:cxn modelId="{885EA478-0239-4DC9-980E-1F048D3A24D1}" type="presParOf" srcId="{AA72A2E9-EB5B-405D-BF18-F013FE88746B}" destId="{B08FC8A3-E9C6-4C4D-BEB3-1402053317A0}" srcOrd="1" destOrd="5" presId="urn:microsoft.com/office/officeart/2005/8/layout/hProcess3"/>
    <dgm:cxn modelId="{197560C5-5783-45A2-A70F-9E2939277909}" type="presOf" srcId="{F5C0C213-BCEA-4C9C-AB32-A08FA3EBB066}" destId="{B08FC8A3-E9C6-4C4D-BEB3-1402053317A0}" srcOrd="0" destOrd="0" presId="urn:microsoft.com/office/officeart/2005/8/layout/hProcess3"/>
    <dgm:cxn modelId="{1C66204B-088D-4CE8-B12C-4F9CAF4DBFAC}" type="presParOf" srcId="{AA72A2E9-EB5B-405D-BF18-F013FE88746B}" destId="{ACBB3A7B-444E-47E1-A619-CE9CEF6A2F00}" srcOrd="2" destOrd="5" presId="urn:microsoft.com/office/officeart/2005/8/layout/hProcess3"/>
    <dgm:cxn modelId="{2E8D7894-A9F3-4674-80CE-6003BFDE6E23}" type="presParOf" srcId="{AA72A2E9-EB5B-405D-BF18-F013FE88746B}" destId="{6E2D2FBC-93D9-43A5-8A6A-386D687C0A6E}" srcOrd="3" destOrd="5" presId="urn:microsoft.com/office/officeart/2005/8/layout/hProcess3"/>
    <dgm:cxn modelId="{951231A4-2459-4F77-89CD-6D140AD5F4CF}" type="presParOf" srcId="{AEB5B7CB-ACC5-4FD0-A6CB-9E4450DCC121}" destId="{B3581A1C-A9BE-4E25-A190-DC521B74DC9F}" srcOrd="6" destOrd="1" presId="urn:microsoft.com/office/officeart/2005/8/layout/hProcess3"/>
    <dgm:cxn modelId="{9DC7D136-2EC2-4851-B66A-666C8CD11B11}" type="presParOf" srcId="{AEB5B7CB-ACC5-4FD0-A6CB-9E4450DCC121}" destId="{72381CF3-8F9B-4CFA-9175-C3B0D1D18C36}" srcOrd="7" destOrd="1" presId="urn:microsoft.com/office/officeart/2005/8/layout/hProcess3"/>
    <dgm:cxn modelId="{E91F0117-9D1D-4CFA-A75A-D03E6608F7A2}" type="presParOf" srcId="{72381CF3-8F9B-4CFA-9175-C3B0D1D18C36}" destId="{AEE61053-62FA-4275-99E5-0D45669AEBAF}" srcOrd="0" destOrd="7" presId="urn:microsoft.com/office/officeart/2005/8/layout/hProcess3"/>
    <dgm:cxn modelId="{B6C86F59-67AD-4307-86B3-E3C50C1969F8}" type="presParOf" srcId="{72381CF3-8F9B-4CFA-9175-C3B0D1D18C36}" destId="{D024E54D-BB0D-49B9-A6E6-312D49BBB6FE}" srcOrd="1" destOrd="7" presId="urn:microsoft.com/office/officeart/2005/8/layout/hProcess3"/>
    <dgm:cxn modelId="{F7D6A253-6E63-4739-B819-90C63E3B4D3F}" type="presOf" srcId="{859E735A-6646-4A70-873C-B7611CFB471A}" destId="{D024E54D-BB0D-49B9-A6E6-312D49BBB6FE}" srcOrd="0" destOrd="0" presId="urn:microsoft.com/office/officeart/2005/8/layout/hProcess3"/>
    <dgm:cxn modelId="{9F1D64A9-6572-4E02-80FF-B4C33E6C1A8F}" type="presParOf" srcId="{72381CF3-8F9B-4CFA-9175-C3B0D1D18C36}" destId="{4995AFBD-FE2C-4FC0-8881-4B33FEE921F5}" srcOrd="2" destOrd="7" presId="urn:microsoft.com/office/officeart/2005/8/layout/hProcess3"/>
    <dgm:cxn modelId="{EC3B9915-B47C-4B80-940A-AB9194FA31CF}" type="presParOf" srcId="{72381CF3-8F9B-4CFA-9175-C3B0D1D18C36}" destId="{810CE557-8881-4116-BD0E-BC46473B6480}" srcOrd="3" destOrd="7" presId="urn:microsoft.com/office/officeart/2005/8/layout/hProcess3"/>
    <dgm:cxn modelId="{D7BE29B8-0F4F-41E3-AA8E-2CBDD4C9E3E8}" type="presParOf" srcId="{AEB5B7CB-ACC5-4FD0-A6CB-9E4450DCC121}" destId="{A2DDB88E-1646-4BA7-83A7-ECBC4D7B9F62}" srcOrd="8" destOrd="1" presId="urn:microsoft.com/office/officeart/2005/8/layout/hProcess3"/>
    <dgm:cxn modelId="{77F0509C-8E1A-4291-B3D5-C04F51F4F1F4}" type="presParOf" srcId="{AEB5B7CB-ACC5-4FD0-A6CB-9E4450DCC121}" destId="{B01F8F7C-86E7-4CD2-A89E-D30882A85ADC}" srcOrd="9" destOrd="1" presId="urn:microsoft.com/office/officeart/2005/8/layout/hProcess3"/>
    <dgm:cxn modelId="{BEEC0B2D-7D0E-4547-A275-89BA9A5F1E00}" type="presParOf" srcId="{B01F8F7C-86E7-4CD2-A89E-D30882A85ADC}" destId="{CA5899D5-2323-4BDE-B7B6-DDAFA997BC3A}" srcOrd="0" destOrd="9" presId="urn:microsoft.com/office/officeart/2005/8/layout/hProcess3"/>
    <dgm:cxn modelId="{85861CCA-000E-4E81-AAC9-D5295D8D381E}" type="presParOf" srcId="{B01F8F7C-86E7-4CD2-A89E-D30882A85ADC}" destId="{F8D80E42-2777-41E0-AA90-CD6DC12A3871}" srcOrd="1" destOrd="9" presId="urn:microsoft.com/office/officeart/2005/8/layout/hProcess3"/>
    <dgm:cxn modelId="{6FFD8544-5397-4E33-9D9B-94F1B1CCC8F1}" type="presOf" srcId="{6694517C-5643-46F2-8CC5-7226AE0E994E}" destId="{F8D80E42-2777-41E0-AA90-CD6DC12A3871}" srcOrd="0" destOrd="0" presId="urn:microsoft.com/office/officeart/2005/8/layout/hProcess3"/>
    <dgm:cxn modelId="{DF7C6367-7475-4616-A646-751B863EAC46}" type="presParOf" srcId="{B01F8F7C-86E7-4CD2-A89E-D30882A85ADC}" destId="{94AADAA7-546C-4E21-9366-B0A72DD663AD}" srcOrd="2" destOrd="9" presId="urn:microsoft.com/office/officeart/2005/8/layout/hProcess3"/>
    <dgm:cxn modelId="{7CAE5C1F-124D-489E-8751-0F55EA5AB97D}" type="presParOf" srcId="{B01F8F7C-86E7-4CD2-A89E-D30882A85ADC}" destId="{3844021B-8A3A-47F5-A908-01B2F86A9C2C}" srcOrd="3" destOrd="9" presId="urn:microsoft.com/office/officeart/2005/8/layout/hProcess3"/>
    <dgm:cxn modelId="{016AA41D-4157-465D-9107-7744E03A7E95}" type="presParOf" srcId="{AEB5B7CB-ACC5-4FD0-A6CB-9E4450DCC121}" destId="{90243912-343E-401E-B459-30F9C10F83D4}" srcOrd="10" destOrd="1" presId="urn:microsoft.com/office/officeart/2005/8/layout/hProcess3"/>
    <dgm:cxn modelId="{62E33193-BE93-45C8-8ECF-B9ACF79F9AC6}" type="presParOf" srcId="{AEB5B7CB-ACC5-4FD0-A6CB-9E4450DCC121}" destId="{358DFC20-1A7C-4387-9FC3-4C3EDF1D8911}" srcOrd="11" destOrd="1" presId="urn:microsoft.com/office/officeart/2005/8/layout/hProcess3"/>
    <dgm:cxn modelId="{F8B67F66-CD36-4B60-9238-61B1857413DC}" type="presParOf" srcId="{358DFC20-1A7C-4387-9FC3-4C3EDF1D8911}" destId="{6684E859-61D3-4A90-9BF0-964B221188F1}" srcOrd="0" destOrd="11" presId="urn:microsoft.com/office/officeart/2005/8/layout/hProcess3"/>
    <dgm:cxn modelId="{F393ACA0-BE8D-42A8-9E75-14BABF1F08A3}" type="presParOf" srcId="{358DFC20-1A7C-4387-9FC3-4C3EDF1D8911}" destId="{6E783617-44A6-47EB-B612-5F6538C81428}" srcOrd="1" destOrd="11" presId="urn:microsoft.com/office/officeart/2005/8/layout/hProcess3"/>
    <dgm:cxn modelId="{9A9C51E6-EEFA-4D8A-AE76-6A1FE0325FAD}" type="presOf" srcId="{CCF290B2-010A-4ECD-9097-567B8D05E9EE}" destId="{6E783617-44A6-47EB-B612-5F6538C81428}" srcOrd="0" destOrd="0" presId="urn:microsoft.com/office/officeart/2005/8/layout/hProcess3"/>
    <dgm:cxn modelId="{1D8FE2D9-63E2-4AFD-BFF7-A60CBAA5742E}" type="presParOf" srcId="{358DFC20-1A7C-4387-9FC3-4C3EDF1D8911}" destId="{2A13F543-584C-45DB-91F5-3873932FFF0D}" srcOrd="2" destOrd="11" presId="urn:microsoft.com/office/officeart/2005/8/layout/hProcess3"/>
    <dgm:cxn modelId="{9B376581-DE62-484A-BD5A-D94A08FD614B}" type="presParOf" srcId="{358DFC20-1A7C-4387-9FC3-4C3EDF1D8911}" destId="{B11230DD-8857-42E9-87F1-9068138BB014}" srcOrd="3" destOrd="11" presId="urn:microsoft.com/office/officeart/2005/8/layout/hProcess3"/>
    <dgm:cxn modelId="{2E3FADCC-3BC8-4971-B22D-62A498A9D09F}" type="presParOf" srcId="{AEB5B7CB-ACC5-4FD0-A6CB-9E4450DCC121}" destId="{C6E6D5DA-2142-4311-B4A3-8853B3D395CE}" srcOrd="12" destOrd="1" presId="urn:microsoft.com/office/officeart/2005/8/layout/hProcess3"/>
    <dgm:cxn modelId="{DFA3D9AB-84CA-468F-A83C-94047DAB9EF2}" type="presParOf" srcId="{AEB5B7CB-ACC5-4FD0-A6CB-9E4450DCC121}" destId="{A0B6043F-1DE0-4553-9FFF-75829C586A51}" srcOrd="13" destOrd="1" presId="urn:microsoft.com/office/officeart/2005/8/layout/hProcess3"/>
    <dgm:cxn modelId="{128125A1-D500-4E76-82EE-E8BF2ECD8C11}" type="presParOf" srcId="{AEB5B7CB-ACC5-4FD0-A6CB-9E4450DCC121}" destId="{BE4AC2E3-1CE5-4186-AE56-712663C7BBBF}" srcOrd="14" destOrd="1" presId="urn:microsoft.com/office/officeart/2005/8/layout/hProcess3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2218690" cy="564515"/>
        <a:chOff x="0" y="0"/>
        <a:chExt cx="2218690" cy="564515"/>
      </a:xfrm>
    </dsp:grpSpPr>
    <dsp:sp modelId="{3CEED71C-315B-45D1-B117-F5EC195CEF2B}">
      <dsp:nvSpPr>
        <dsp:cNvPr id="3" name="圆角矩形 2"/>
        <dsp:cNvSpPr/>
      </dsp:nvSpPr>
      <dsp:spPr bwMode="white">
        <a:xfrm>
          <a:off x="0" y="3810"/>
          <a:ext cx="2218690" cy="556895"/>
        </a:xfrm>
        <a:prstGeom prst="roundRect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Body>
        <a:bodyPr lIns="22859" tIns="22859" rIns="22859" bIns="22859" anchor="ctr"/>
        <a:lstStyle>
          <a:lvl1pPr algn="l">
            <a:defRPr sz="600"/>
          </a:lvl1pPr>
          <a:lvl2pPr marL="57150" indent="-57150" algn="l">
            <a:defRPr sz="400"/>
          </a:lvl2pPr>
          <a:lvl3pPr marL="114300" indent="-57150" algn="l">
            <a:defRPr sz="400"/>
          </a:lvl3pPr>
          <a:lvl4pPr marL="171450" indent="-57150" algn="l">
            <a:defRPr sz="400"/>
          </a:lvl4pPr>
          <a:lvl5pPr marL="228600" indent="-57150" algn="l">
            <a:defRPr sz="400"/>
          </a:lvl5pPr>
          <a:lvl6pPr marL="285750" indent="-57150" algn="l">
            <a:defRPr sz="400"/>
          </a:lvl6pPr>
          <a:lvl7pPr marL="342900" indent="-57150" algn="l">
            <a:defRPr sz="400"/>
          </a:lvl7pPr>
          <a:lvl8pPr marL="400050" indent="-57150" algn="l">
            <a:defRPr sz="400"/>
          </a:lvl8pPr>
          <a:lvl9pPr marL="457200" indent="-57150" algn="l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sz="2800" b="1" i="0" u="none" baseline="0">
              <a:rtl val="0"/>
            </a:rPr>
            <a:t>课前活动</a:t>
          </a:r>
          <a:endParaRPr lang="zh-CN" altLang="en-US" sz="2800" b="1" i="0" u="none" baseline="0">
            <a:rtl val="0"/>
          </a:endParaRPr>
        </a:p>
      </dsp:txBody>
      <dsp:txXfrm>
        <a:off x="0" y="3810"/>
        <a:ext cx="2218690" cy="5568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组合 1"/>
      <dsp:cNvGrpSpPr/>
    </dsp:nvGrpSpPr>
    <dsp:grpSpPr>
      <a:xfrm>
        <a:off x="0" y="0"/>
        <a:ext cx="8128000" cy="5418455"/>
        <a:chOff x="0" y="0"/>
        <a:chExt cx="8128000" cy="5418455"/>
      </a:xfrm>
    </dsp:grpSpPr>
    <dsp:sp modelId="{BE4AC2E3-1CE5-4186-AE56-712663C7BBBF}">
      <dsp:nvSpPr>
        <dsp:cNvPr id="6" name="右箭头 5"/>
        <dsp:cNvSpPr/>
      </dsp:nvSpPr>
      <dsp:spPr bwMode="white">
        <a:xfrm>
          <a:off x="0" y="1083628"/>
          <a:ext cx="8128000" cy="3251200"/>
        </a:xfrm>
        <a:prstGeom prst="rightArrow">
          <a:avLst/>
        </a:prstGeom>
      </dsp:spPr>
      <dsp:style>
        <a:lnRef idx="2">
          <a:schemeClr val="lt1"/>
        </a:lnRef>
        <a:fillRef idx="1">
          <a:schemeClr val="accent1"/>
        </a:fillRef>
        <a:effectRef idx="0">
          <a:scrgbClr r="0" g="0" b="0"/>
        </a:effectRef>
        <a:fontRef idx="minor">
          <a:schemeClr val="lt1"/>
        </a:fontRef>
      </dsp:style>
      <dsp:txXfrm>
        <a:off x="0" y="1083628"/>
        <a:ext cx="8128000" cy="3251200"/>
      </dsp:txXfrm>
    </dsp:sp>
    <dsp:sp modelId="{FE8AC867-2966-4F3E-8B7C-683A8FC5320B}">
      <dsp:nvSpPr>
        <dsp:cNvPr id="3" name="矩形 2"/>
        <dsp:cNvSpPr/>
      </dsp:nvSpPr>
      <dsp:spPr bwMode="white">
        <a:xfrm>
          <a:off x="650240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tx1"/>
              </a:solidFill>
              <a:sym typeface="+mn-ea"/>
            </a:rPr>
            <a:t>创建情境</a:t>
          </a:r>
          <a:endParaRPr lang="zh-CN" altLang="en-US">
            <a:solidFill>
              <a:schemeClr val="tx1"/>
            </a:solidFill>
          </a:endParaRPr>
        </a:p>
      </dsp:txBody>
      <dsp:txXfrm>
        <a:off x="650240" y="1896428"/>
        <a:ext cx="952137" cy="1625600"/>
      </dsp:txXfrm>
    </dsp:sp>
    <dsp:sp modelId="{8BE6CCA6-9959-410D-A7A8-E175C3CE561D}">
      <dsp:nvSpPr>
        <dsp:cNvPr id="4" name="矩形 3"/>
        <dsp:cNvSpPr/>
      </dsp:nvSpPr>
      <dsp:spPr bwMode="white">
        <a:xfrm>
          <a:off x="1792805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tx1"/>
              </a:solidFill>
              <a:sym typeface="+mn-ea"/>
            </a:rPr>
            <a:t>巩固知识</a:t>
          </a:r>
          <a:endParaRPr lang="zh-CN" altLang="en-US">
            <a:solidFill>
              <a:schemeClr val="tx1"/>
            </a:solidFill>
          </a:endParaRPr>
        </a:p>
      </dsp:txBody>
      <dsp:txXfrm>
        <a:off x="1792805" y="1896428"/>
        <a:ext cx="952137" cy="1625600"/>
      </dsp:txXfrm>
    </dsp:sp>
    <dsp:sp modelId="{B08FC8A3-E9C6-4C4D-BEB3-1402053317A0}">
      <dsp:nvSpPr>
        <dsp:cNvPr id="5" name="矩形 4"/>
        <dsp:cNvSpPr/>
      </dsp:nvSpPr>
      <dsp:spPr bwMode="white">
        <a:xfrm>
          <a:off x="2935369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>
              <a:solidFill>
                <a:schemeClr val="tx1"/>
              </a:solidFill>
              <a:sym typeface="+mn-ea"/>
            </a:rPr>
            <a:t>体验探究</a:t>
          </a:r>
          <a:endParaRPr lang="zh-CN" altLang="en-US">
            <a:solidFill>
              <a:schemeClr val="tx1"/>
            </a:solidFill>
          </a:endParaRPr>
        </a:p>
      </dsp:txBody>
      <dsp:txXfrm>
        <a:off x="2935369" y="1896428"/>
        <a:ext cx="952137" cy="1625600"/>
      </dsp:txXfrm>
    </dsp:sp>
    <dsp:sp modelId="{D024E54D-BB0D-49B9-A6E6-312D49BBB6FE}">
      <dsp:nvSpPr>
        <dsp:cNvPr id="7" name="矩形 6"/>
        <dsp:cNvSpPr/>
      </dsp:nvSpPr>
      <dsp:spPr bwMode="white">
        <a:xfrm>
          <a:off x="4077934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交</a:t>
          </a:r>
          <a:r>
            <a:rPr lang="zh-CN" altLang="en-US">
              <a:solidFill>
                <a:schemeClr val="tx1"/>
              </a:solidFill>
              <a:sym typeface="+mn-ea"/>
            </a:rPr>
            <a:t>流评价</a:t>
          </a:r>
          <a:endParaRPr lang="zh-CN" altLang="en-US">
            <a:solidFill>
              <a:schemeClr val="tx1"/>
            </a:solidFill>
          </a:endParaRPr>
        </a:p>
      </dsp:txBody>
      <dsp:txXfrm>
        <a:off x="4077934" y="1896428"/>
        <a:ext cx="952137" cy="1625600"/>
      </dsp:txXfrm>
    </dsp:sp>
    <dsp:sp modelId="{F8D80E42-2777-41E0-AA90-CD6DC12A3871}">
      <dsp:nvSpPr>
        <dsp:cNvPr id="8" name="矩形 7"/>
        <dsp:cNvSpPr/>
      </dsp:nvSpPr>
      <dsp:spPr bwMode="white">
        <a:xfrm>
          <a:off x="5220498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总</a:t>
          </a:r>
          <a:r>
            <a:rPr lang="zh-CN" altLang="en-US">
              <a:solidFill>
                <a:schemeClr val="tx1"/>
              </a:solidFill>
              <a:sym typeface="+mn-ea"/>
            </a:rPr>
            <a:t>结提升</a:t>
          </a:r>
          <a:endParaRPr lang="zh-CN" altLang="en-US">
            <a:solidFill>
              <a:schemeClr val="tx1"/>
            </a:solidFill>
          </a:endParaRPr>
        </a:p>
      </dsp:txBody>
      <dsp:txXfrm>
        <a:off x="5220498" y="1896428"/>
        <a:ext cx="952137" cy="1625600"/>
      </dsp:txXfrm>
    </dsp:sp>
    <dsp:sp modelId="{6E783617-44A6-47EB-B612-5F6538C81428}">
      <dsp:nvSpPr>
        <dsp:cNvPr id="9" name="矩形 8"/>
        <dsp:cNvSpPr/>
      </dsp:nvSpPr>
      <dsp:spPr bwMode="white">
        <a:xfrm>
          <a:off x="6363063" y="1896428"/>
          <a:ext cx="952137" cy="1625600"/>
        </a:xfrm>
        <a:prstGeom prst="rect">
          <a:avLst/>
        </a:prstGeom>
      </dsp:spPr>
      <dsp:style>
        <a:lnRef idx="0">
          <a:schemeClr val="dk1">
            <a:alpha val="0"/>
          </a:schemeClr>
        </a:lnRef>
        <a:fillRef idx="0">
          <a:schemeClr val="lt1">
            <a:alpha val="0"/>
          </a:schemeClr>
        </a:fillRef>
        <a:effectRef idx="0">
          <a:scrgbClr r="0" g="0" b="0"/>
        </a:effectRef>
        <a:fontRef idx="minor"/>
      </dsp:style>
      <dsp:txBody>
        <a:bodyPr vert="horz" wrap="square" lIns="0" tIns="325120" rIns="0" bIns="325120" anchor="ctr"/>
        <a:lstStyle>
          <a:lvl1pPr algn="ctr">
            <a:defRPr sz="3200"/>
          </a:lvl1pPr>
          <a:lvl2pPr marL="228600" indent="-228600" algn="ctr">
            <a:defRPr sz="2400"/>
          </a:lvl2pPr>
          <a:lvl3pPr marL="457200" indent="-228600" algn="ctr">
            <a:defRPr sz="2400"/>
          </a:lvl3pPr>
          <a:lvl4pPr marL="685800" indent="-228600" algn="ctr">
            <a:defRPr sz="2400"/>
          </a:lvl4pPr>
          <a:lvl5pPr marL="914400" indent="-228600" algn="ctr">
            <a:defRPr sz="2400"/>
          </a:lvl5pPr>
          <a:lvl6pPr marL="1143000" indent="-228600" algn="ctr">
            <a:defRPr sz="2400"/>
          </a:lvl6pPr>
          <a:lvl7pPr marL="1371600" indent="-228600" algn="ctr">
            <a:defRPr sz="2400"/>
          </a:lvl7pPr>
          <a:lvl8pPr marL="1600200" indent="-228600" algn="ctr">
            <a:defRPr sz="2400"/>
          </a:lvl8pPr>
          <a:lvl9pPr marL="1828800" indent="-228600" algn="ctr">
            <a:defRPr sz="2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>
              <a:solidFill>
                <a:schemeClr val="tx1"/>
              </a:solidFill>
              <a:sym typeface="+mn-ea"/>
            </a:rPr>
            <a:t>拓</a:t>
          </a:r>
          <a:r>
            <a:rPr lang="zh-CN" altLang="en-US">
              <a:solidFill>
                <a:schemeClr val="tx1"/>
              </a:solidFill>
              <a:sym typeface="+mn-ea"/>
            </a:rPr>
            <a:t>展运用</a:t>
          </a:r>
          <a:endParaRPr lang="zh-CN" altLang="en-US">
            <a:solidFill>
              <a:schemeClr val="tx1"/>
            </a:solidFill>
          </a:endParaRPr>
        </a:p>
      </dsp:txBody>
      <dsp:txXfrm>
        <a:off x="6363063" y="1896428"/>
        <a:ext cx="952137" cy="16256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>
          <dgm:prSet csTypeId="urn:microsoft.com/office/officeart/2005/8/colors/accent6_5"/>
        </dgm:pt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lnSpAfChP" val="20"/>
              <dgm:param type="stBulletLvl" val="1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3">
  <dgm:title val=""/>
  <dgm:desc val=""/>
  <dgm:catLst>
    <dgm:cat type="process" pri="6000"/>
  </dgm:catLst>
  <dgm:sampData useDef="1">
    <dgm:dataModel>
      <dgm:ptLst/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 chOrder="t">
    <dgm:varLst>
      <dgm:dir/>
      <dgm:animLvl val="lvl"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dummy" refType="w"/>
      <dgm:constr type="h" for="ch" forName="dummy" refType="h"/>
      <dgm:constr type="h" for="ch" forName="dummy" refType="w" refFor="ch" refForName="dummy" op="lte" fact="0.4"/>
      <dgm:constr type="ctrX" for="ch" forName="dummy" refType="w" fact="0.5"/>
      <dgm:constr type="ctrY" for="ch" forName="dummy" refType="h" fact="0.5"/>
      <dgm:constr type="w" for="ch" forName="linH" refType="w"/>
      <dgm:constr type="h" for="ch" forName="linH" refType="h"/>
      <dgm:constr type="ctrX" for="ch" forName="linH" refType="w" fact="0.5"/>
      <dgm:constr type="ctrY" for="ch" forName="linH" refType="h" fact="0.5"/>
      <dgm:constr type="userP" for="ch" forName="linH" refType="h" refFor="ch" refForName="dummy" fact="0.25"/>
      <dgm:constr type="userT" for="des" forName="parTx" refType="w" refFor="ch" refForName="dummy" fact="0.2"/>
    </dgm:constrLst>
    <dgm:ruleLst/>
    <dgm:layoutNode name="dummy">
      <dgm:alg type="sp"/>
      <dgm:shape xmlns:r="http://schemas.openxmlformats.org/officeDocument/2006/relationships" r:blip="">
        <dgm:adjLst/>
      </dgm:shape>
      <dgm:presOf/>
      <dgm:constrLst/>
      <dgm:ruleLst/>
    </dgm:layoutNode>
    <dgm:layoutNode name="linH">
      <dgm:choose name="Name1">
        <dgm:if name="Name2" func="var" arg="dir" op="equ" val="norm">
          <dgm:alg type="lin">
            <dgm:param type="linDir" val="fromL"/>
            <dgm:param type="nodeVertAlign" val="t"/>
          </dgm:alg>
        </dgm:if>
        <dgm:else name="Name3">
          <dgm:alg type="lin">
            <dgm:param type="linDir" val="fromR"/>
            <dgm:param type="nodeVertAlign" val="t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primFontSz" for="des" forName="parTx" val="65"/>
        <dgm:constr type="primFontSz" for="des" forName="desTx" refType="primFontSz" refFor="des" refForName="parTx" op="equ"/>
        <dgm:constr type="h" for="des" forName="parTx" refType="primFontSz" refFor="des" refForName="parTx"/>
        <dgm:constr type="h" for="des" forName="desTx" refType="primFontSz" refFor="des" refForName="parTx" fact="0.5"/>
        <dgm:constr type="h" for="des" forName="parTx" op="equ"/>
        <dgm:constr type="h" for="des" forName="desTx" op="equ"/>
        <dgm:constr type="h" for="ch" forName="backgroundArrow" refType="primFontSz" refFor="des" refForName="parTx" fact="2"/>
        <dgm:constr type="h" for="ch" forName="backgroundArrow" refType="h" refFor="des" refForName="parTx" op="lte" fact="2"/>
        <dgm:constr type="h" for="ch" forName="backgroundArrow" refType="h" refFor="des" refForName="parTx" op="gte" fact="2"/>
        <dgm:constr type="h" for="des" forName="spVertical1" refType="primFontSz" refFor="des" refForName="parTx" fact="0.5"/>
        <dgm:constr type="h" for="des" forName="spVertical1" refType="h" refFor="des" refForName="parTx" op="lte" fact="0.5"/>
        <dgm:constr type="h" for="des" forName="spVertical1" refType="h" refFor="des" refForName="parTx" op="gte" fact="0.5"/>
        <dgm:constr type="h" for="des" forName="spVertical2" refType="primFontSz" refFor="des" refForName="parTx" fact="0.5"/>
        <dgm:constr type="h" for="des" forName="spVertical2" refType="h" refFor="des" refForName="parTx" op="lte" fact="0.5"/>
        <dgm:constr type="h" for="des" forName="spVertical2" refType="h" refFor="des" refForName="parTx" op="gte" fact="0.5"/>
        <dgm:constr type="h" for="des" forName="spVertical3" refType="primFontSz" refFor="des" refForName="parTx" fact="-0.4"/>
        <dgm:constr type="h" for="des" forName="spVertical3" refType="h" refFor="des" refForName="parTx" op="lte" fact="-0.4"/>
        <dgm:constr type="h" for="des" forName="spVertical3" refType="h" refFor="des" refForName="parTx" op="gte" fact="-0.4"/>
        <dgm:constr type="w" for="ch" forName="backgroundArrow" refType="w"/>
        <dgm:constr type="w" for="ch" forName="negArrow" refType="w" fact="-1"/>
        <dgm:constr type="w" for="ch" forName="linV" refType="w"/>
        <dgm:constr type="w" for="ch" forName="space" refType="w" refFor="ch" refForName="linV" fact="0.2"/>
        <dgm:constr type="w" for="ch" forName="padding1" refType="w" fact="0.08"/>
        <dgm:constr type="userP"/>
        <dgm:constr type="w" for="ch" forName="padding2" refType="userP"/>
      </dgm:constrLst>
      <dgm:ruleLst>
        <dgm:rule type="w" for="ch" forName="linV" val="0" fact="NaN" max="NaN"/>
        <dgm:rule type="primFontSz" for="des" forName="parTx" val="5" fact="NaN" max="NaN"/>
      </dgm:ruleLst>
      <dgm:layoutNode name="padding1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forEach name="Name4" axis="ch" ptType="node">
        <dgm:layoutNode name="linV">
          <dgm:alg type="lin">
            <dgm:param type="linDir" val="fromT"/>
          </dgm:alg>
          <dgm:shape xmlns:r="http://schemas.openxmlformats.org/officeDocument/2006/relationships" r:blip="">
            <dgm:adjLst/>
          </dgm:shape>
          <dgm:presOf/>
          <dgm:constrLst>
            <dgm:constr type="w" for="ch" forName="spVertical1" refType="w"/>
            <dgm:constr type="w" for="ch" forName="parTx" refType="w"/>
            <dgm:constr type="w" for="ch" forName="spVertical2" refType="w"/>
            <dgm:constr type="w" for="ch" forName="spVertical3" refType="w"/>
            <dgm:constr type="w" for="ch" forName="desTx" refType="w"/>
          </dgm:constrLst>
          <dgm:ruleLst/>
          <dgm:layoutNode name="spVertical1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parTx" styleLbl="revTx">
            <dgm:varLst>
              <dgm:chMax val="0"/>
              <dgm:chPref val="0"/>
              <dgm:bulletEnabled val="1"/>
            </dgm:varLst>
            <dgm:choose name="Name5">
              <dgm:if name="Name6" axis="root des" ptType="all node" func="maxDepth" op="gt" val="1">
                <dgm:alg type="tx">
                  <dgm:param type="parTxLTRAlign" val="l"/>
                  <dgm:param type="parTxRTLAlign" val="r"/>
                </dgm:alg>
              </dgm:if>
              <dgm:else name="Name7">
                <dgm:alg type="tx">
                  <dgm:param type="parTxLTRAlign" val="ctr"/>
                  <dgm:param type="parTxRTLAlign" val="ct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hoose name="Name8">
              <dgm:if name="Name9" func="var" arg="dir" op="equ" val="norm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if>
              <dgm:else name="Name10">
                <dgm:constrLst>
                  <dgm:constr type="userT"/>
                  <dgm:constr type="h" refType="userT" op="lte"/>
                  <dgm:constr type="tMarg" refType="primFontSz" fact="0.8"/>
                  <dgm:constr type="bMarg" refType="tMarg"/>
                  <dgm:constr type="lMarg"/>
                  <dgm:constr type="rMarg"/>
                </dgm:constrLst>
              </dgm:else>
            </dgm:choose>
            <dgm:ruleLst>
              <dgm:rule type="h" val="INF" fact="NaN" max="NaN"/>
            </dgm:ruleLst>
          </dgm:layoutNode>
          <dgm:layoutNode name="spVertical2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spVertical3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choose name="Name11">
            <dgm:if name="Name12" axis="ch" ptType="node" func="cnt" op="gte" val="1">
              <dgm:layoutNode name="desTx" styleLbl="revTx">
                <dgm:varLst>
                  <dgm:bulletEnabled val="1"/>
                </dgm:varLst>
                <dgm:alg type="tx">
                  <dgm:param type="stBulletLvl" val="1"/>
                </dgm:alg>
                <dgm:shape xmlns:r="http://schemas.openxmlformats.org/officeDocument/2006/relationships" type="rect" r:blip="">
                  <dgm:adjLst/>
                </dgm:shape>
                <dgm:presOf axis="des" ptType="node"/>
                <dgm:constrLst>
                  <dgm:constr type="tMarg"/>
                  <dgm:constr type="bMarg"/>
                  <dgm:constr type="rMarg"/>
                  <dgm:constr type="lMarg"/>
                </dgm:constrLst>
                <dgm:ruleLst>
                  <dgm:rule type="h" val="INF" fact="NaN" max="NaN"/>
                </dgm:ruleLst>
              </dgm:layoutNode>
            </dgm:if>
            <dgm:else name="Name13"/>
          </dgm:choose>
        </dgm:layoutNod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  <dgm:layoutNode name="padding2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negArrow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backgroundArrow" styleLbl="node1">
        <dgm:alg type="sp"/>
        <dgm:choose name="Name15">
          <dgm:if name="Name16" func="var" arg="dir" op="equ" val="norm">
            <dgm:shape xmlns:r="http://schemas.openxmlformats.org/officeDocument/2006/relationships" type="rightArrow" r:blip="">
              <dgm:adjLst/>
            </dgm:shape>
          </dgm:if>
          <dgm:else name="Name17">
            <dgm:shape xmlns:r="http://schemas.openxmlformats.org/officeDocument/2006/relationships" type="leftArrow" r:blip="">
              <dgm:adjLst/>
            </dgm:shape>
          </dgm:else>
        </dgm:choose>
        <dgm:presOf/>
        <dgm:constrLst/>
        <dgm:ruleLst/>
      </dgm:layoutNode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7" Type="http://schemas.openxmlformats.org/officeDocument/2006/relationships/image" Target="../media/image6.jpeg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PhAnim="0" showMasterSp="0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6"/>
          <p:cNvSpPr>
            <a:spLocks noChangeArrowheads="1"/>
          </p:cNvSpPr>
          <p:nvPr/>
        </p:nvSpPr>
        <p:spPr bwMode="gray">
          <a:xfrm>
            <a:off x="0" y="228600"/>
            <a:ext cx="12192000" cy="838200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shade val="41176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5" name="Rectangle 152"/>
          <p:cNvSpPr>
            <a:spLocks noChangeArrowheads="1"/>
          </p:cNvSpPr>
          <p:nvPr/>
        </p:nvSpPr>
        <p:spPr bwMode="gray">
          <a:xfrm>
            <a:off x="8818033" y="5918200"/>
            <a:ext cx="675217" cy="469900"/>
          </a:xfrm>
          <a:prstGeom prst="rect">
            <a:avLst/>
          </a:prstGeom>
          <a:solidFill>
            <a:schemeClr val="accent2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" name="Rectangle 153"/>
          <p:cNvSpPr>
            <a:spLocks noChangeArrowheads="1"/>
          </p:cNvSpPr>
          <p:nvPr/>
        </p:nvSpPr>
        <p:spPr bwMode="gray">
          <a:xfrm>
            <a:off x="10172700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" name="Rectangle 154"/>
          <p:cNvSpPr>
            <a:spLocks noChangeArrowheads="1"/>
          </p:cNvSpPr>
          <p:nvPr/>
        </p:nvSpPr>
        <p:spPr bwMode="gray">
          <a:xfrm>
            <a:off x="9484784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" name="Rectangle 155"/>
          <p:cNvSpPr>
            <a:spLocks noChangeArrowheads="1"/>
          </p:cNvSpPr>
          <p:nvPr/>
        </p:nvSpPr>
        <p:spPr bwMode="gray">
          <a:xfrm>
            <a:off x="115019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" name="Rectangle 156"/>
          <p:cNvSpPr>
            <a:spLocks noChangeArrowheads="1"/>
          </p:cNvSpPr>
          <p:nvPr/>
        </p:nvSpPr>
        <p:spPr bwMode="gray">
          <a:xfrm>
            <a:off x="6100233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" name="Rectangle 157"/>
          <p:cNvSpPr>
            <a:spLocks noChangeArrowheads="1"/>
          </p:cNvSpPr>
          <p:nvPr/>
        </p:nvSpPr>
        <p:spPr bwMode="gray">
          <a:xfrm>
            <a:off x="7467600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1" name="Rectangle 158"/>
          <p:cNvSpPr>
            <a:spLocks noChangeArrowheads="1"/>
          </p:cNvSpPr>
          <p:nvPr/>
        </p:nvSpPr>
        <p:spPr bwMode="gray">
          <a:xfrm>
            <a:off x="6777567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" name="Rectangle 159"/>
          <p:cNvSpPr>
            <a:spLocks noChangeArrowheads="1"/>
          </p:cNvSpPr>
          <p:nvPr/>
        </p:nvSpPr>
        <p:spPr bwMode="gray">
          <a:xfrm>
            <a:off x="8130117" y="5440363"/>
            <a:ext cx="679449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" name="Rectangle 160"/>
          <p:cNvSpPr>
            <a:spLocks noChangeArrowheads="1"/>
          </p:cNvSpPr>
          <p:nvPr/>
        </p:nvSpPr>
        <p:spPr bwMode="gray">
          <a:xfrm>
            <a:off x="5425017" y="5440363"/>
            <a:ext cx="679449" cy="473075"/>
          </a:xfrm>
          <a:prstGeom prst="rect">
            <a:avLst/>
          </a:prstGeom>
          <a:solidFill>
            <a:schemeClr val="accent2">
              <a:alpha val="10196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" name="Rectangle 161"/>
          <p:cNvSpPr>
            <a:spLocks noChangeArrowheads="1"/>
          </p:cNvSpPr>
          <p:nvPr/>
        </p:nvSpPr>
        <p:spPr bwMode="gray">
          <a:xfrm>
            <a:off x="8807451" y="4972050"/>
            <a:ext cx="675216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5" name="Rectangle 162"/>
          <p:cNvSpPr>
            <a:spLocks noChangeArrowheads="1"/>
          </p:cNvSpPr>
          <p:nvPr/>
        </p:nvSpPr>
        <p:spPr bwMode="gray">
          <a:xfrm>
            <a:off x="10164233" y="4972050"/>
            <a:ext cx="675217" cy="473075"/>
          </a:xfrm>
          <a:prstGeom prst="rect">
            <a:avLst/>
          </a:prstGeom>
          <a:solidFill>
            <a:schemeClr val="accent2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6" name="Rectangle 163"/>
          <p:cNvSpPr>
            <a:spLocks noChangeArrowheads="1"/>
          </p:cNvSpPr>
          <p:nvPr/>
        </p:nvSpPr>
        <p:spPr bwMode="gray">
          <a:xfrm>
            <a:off x="11504084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7" name="Rectangle 164"/>
          <p:cNvSpPr>
            <a:spLocks noChangeArrowheads="1"/>
          </p:cNvSpPr>
          <p:nvPr/>
        </p:nvSpPr>
        <p:spPr bwMode="gray">
          <a:xfrm>
            <a:off x="7467600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" name="Rectangle 165"/>
          <p:cNvSpPr>
            <a:spLocks noChangeArrowheads="1"/>
          </p:cNvSpPr>
          <p:nvPr/>
        </p:nvSpPr>
        <p:spPr bwMode="gray">
          <a:xfrm>
            <a:off x="10837333" y="6386513"/>
            <a:ext cx="675217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9" name="Rectangle 166"/>
          <p:cNvSpPr>
            <a:spLocks noChangeArrowheads="1"/>
          </p:cNvSpPr>
          <p:nvPr/>
        </p:nvSpPr>
        <p:spPr bwMode="gray">
          <a:xfrm>
            <a:off x="6788151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0" name="Rectangle 167"/>
          <p:cNvSpPr>
            <a:spLocks noChangeArrowheads="1"/>
          </p:cNvSpPr>
          <p:nvPr/>
        </p:nvSpPr>
        <p:spPr bwMode="gray">
          <a:xfrm>
            <a:off x="8140700" y="6386513"/>
            <a:ext cx="677333" cy="471487"/>
          </a:xfrm>
          <a:prstGeom prst="rect">
            <a:avLst/>
          </a:prstGeom>
          <a:solidFill>
            <a:schemeClr val="folHlink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1" name="Rectangle 168"/>
          <p:cNvSpPr>
            <a:spLocks noChangeArrowheads="1"/>
          </p:cNvSpPr>
          <p:nvPr/>
        </p:nvSpPr>
        <p:spPr bwMode="gray">
          <a:xfrm>
            <a:off x="5425017" y="6386513"/>
            <a:ext cx="679449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2" name="Rectangle 169"/>
          <p:cNvSpPr>
            <a:spLocks noChangeArrowheads="1"/>
          </p:cNvSpPr>
          <p:nvPr/>
        </p:nvSpPr>
        <p:spPr bwMode="gray">
          <a:xfrm>
            <a:off x="10818284" y="5440363"/>
            <a:ext cx="675216" cy="473075"/>
          </a:xfrm>
          <a:prstGeom prst="rect">
            <a:avLst/>
          </a:prstGeom>
          <a:solidFill>
            <a:schemeClr val="folHlink">
              <a:alpha val="10196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3" name="Rectangle 170"/>
          <p:cNvSpPr>
            <a:spLocks noChangeArrowheads="1"/>
          </p:cNvSpPr>
          <p:nvPr/>
        </p:nvSpPr>
        <p:spPr bwMode="gray">
          <a:xfrm>
            <a:off x="6100233" y="4965700"/>
            <a:ext cx="675217" cy="469900"/>
          </a:xfrm>
          <a:prstGeom prst="rect">
            <a:avLst/>
          </a:prstGeom>
          <a:solidFill>
            <a:srgbClr val="DDDDDD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4" name="Rectangle 171"/>
          <p:cNvSpPr>
            <a:spLocks noChangeArrowheads="1"/>
          </p:cNvSpPr>
          <p:nvPr/>
        </p:nvSpPr>
        <p:spPr bwMode="gray">
          <a:xfrm>
            <a:off x="9484784" y="6384925"/>
            <a:ext cx="677333" cy="471488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5" name="Rectangle 173"/>
          <p:cNvSpPr>
            <a:spLocks noChangeArrowheads="1"/>
          </p:cNvSpPr>
          <p:nvPr/>
        </p:nvSpPr>
        <p:spPr bwMode="gray">
          <a:xfrm>
            <a:off x="4741333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6" name="Rectangle 174"/>
          <p:cNvSpPr>
            <a:spLocks noChangeArrowheads="1"/>
          </p:cNvSpPr>
          <p:nvPr/>
        </p:nvSpPr>
        <p:spPr bwMode="gray">
          <a:xfrm>
            <a:off x="4051300" y="5440363"/>
            <a:ext cx="675217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7" name="Rectangle 176"/>
          <p:cNvSpPr>
            <a:spLocks noChangeArrowheads="1"/>
          </p:cNvSpPr>
          <p:nvPr/>
        </p:nvSpPr>
        <p:spPr bwMode="gray">
          <a:xfrm>
            <a:off x="4741333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" name="Rectangle 177"/>
          <p:cNvSpPr>
            <a:spLocks noChangeArrowheads="1"/>
          </p:cNvSpPr>
          <p:nvPr/>
        </p:nvSpPr>
        <p:spPr bwMode="gray">
          <a:xfrm>
            <a:off x="4061884" y="6386513"/>
            <a:ext cx="677333" cy="471487"/>
          </a:xfrm>
          <a:prstGeom prst="rect">
            <a:avLst/>
          </a:prstGeom>
          <a:solidFill>
            <a:schemeClr val="folHlink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" name="Rectangle 181"/>
          <p:cNvSpPr>
            <a:spLocks noChangeArrowheads="1"/>
          </p:cNvSpPr>
          <p:nvPr/>
        </p:nvSpPr>
        <p:spPr bwMode="gray">
          <a:xfrm>
            <a:off x="2032000" y="5918200"/>
            <a:ext cx="675217" cy="469900"/>
          </a:xfrm>
          <a:prstGeom prst="rect">
            <a:avLst/>
          </a:prstGeom>
          <a:solidFill>
            <a:schemeClr val="accent2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0" name="Rectangle 182"/>
          <p:cNvSpPr>
            <a:spLocks noChangeArrowheads="1"/>
          </p:cNvSpPr>
          <p:nvPr/>
        </p:nvSpPr>
        <p:spPr bwMode="gray">
          <a:xfrm>
            <a:off x="33866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1" name="Rectangle 183"/>
          <p:cNvSpPr>
            <a:spLocks noChangeArrowheads="1"/>
          </p:cNvSpPr>
          <p:nvPr/>
        </p:nvSpPr>
        <p:spPr bwMode="gray">
          <a:xfrm>
            <a:off x="2698751" y="5440363"/>
            <a:ext cx="675216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2" name="Rectangle 184"/>
          <p:cNvSpPr>
            <a:spLocks noChangeArrowheads="1"/>
          </p:cNvSpPr>
          <p:nvPr/>
        </p:nvSpPr>
        <p:spPr bwMode="gray">
          <a:xfrm>
            <a:off x="6815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3" name="Rectangle 185"/>
          <p:cNvSpPr>
            <a:spLocks noChangeArrowheads="1"/>
          </p:cNvSpPr>
          <p:nvPr/>
        </p:nvSpPr>
        <p:spPr bwMode="gray">
          <a:xfrm>
            <a:off x="6351" y="5440363"/>
            <a:ext cx="675216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4" name="Rectangle 186"/>
          <p:cNvSpPr>
            <a:spLocks noChangeArrowheads="1"/>
          </p:cNvSpPr>
          <p:nvPr/>
        </p:nvSpPr>
        <p:spPr bwMode="gray">
          <a:xfrm>
            <a:off x="1344084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5" name="Rectangle 187"/>
          <p:cNvSpPr>
            <a:spLocks noChangeArrowheads="1"/>
          </p:cNvSpPr>
          <p:nvPr/>
        </p:nvSpPr>
        <p:spPr bwMode="gray">
          <a:xfrm>
            <a:off x="2019300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6" name="Rectangle 188"/>
          <p:cNvSpPr>
            <a:spLocks noChangeArrowheads="1"/>
          </p:cNvSpPr>
          <p:nvPr/>
        </p:nvSpPr>
        <p:spPr bwMode="gray">
          <a:xfrm>
            <a:off x="3376084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7" name="Rectangle 189"/>
          <p:cNvSpPr>
            <a:spLocks noChangeArrowheads="1"/>
          </p:cNvSpPr>
          <p:nvPr/>
        </p:nvSpPr>
        <p:spPr bwMode="gray">
          <a:xfrm>
            <a:off x="681567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8" name="Rectangle 190"/>
          <p:cNvSpPr>
            <a:spLocks noChangeArrowheads="1"/>
          </p:cNvSpPr>
          <p:nvPr/>
        </p:nvSpPr>
        <p:spPr bwMode="gray">
          <a:xfrm>
            <a:off x="16933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9" name="Rectangle 191"/>
          <p:cNvSpPr>
            <a:spLocks noChangeArrowheads="1"/>
          </p:cNvSpPr>
          <p:nvPr/>
        </p:nvSpPr>
        <p:spPr bwMode="gray">
          <a:xfrm>
            <a:off x="1354667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" name="Rectangle 192"/>
          <p:cNvSpPr>
            <a:spLocks noChangeArrowheads="1"/>
          </p:cNvSpPr>
          <p:nvPr/>
        </p:nvSpPr>
        <p:spPr bwMode="gray">
          <a:xfrm>
            <a:off x="2698751" y="6384925"/>
            <a:ext cx="675216" cy="471488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1" name="Rectangle 194"/>
          <p:cNvSpPr>
            <a:spLocks noChangeArrowheads="1"/>
          </p:cNvSpPr>
          <p:nvPr/>
        </p:nvSpPr>
        <p:spPr bwMode="gray">
          <a:xfrm>
            <a:off x="0" y="4908550"/>
            <a:ext cx="12192000" cy="1477963"/>
          </a:xfrm>
          <a:prstGeom prst="rect">
            <a:avLst/>
          </a:prstGeom>
          <a:gradFill rotWithShape="1">
            <a:gsLst>
              <a:gs pos="0">
                <a:schemeClr val="bg1">
                  <a:alpha val="89999"/>
                </a:schemeClr>
              </a:gs>
              <a:gs pos="100000">
                <a:schemeClr val="bg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grpSp>
        <p:nvGrpSpPr>
          <p:cNvPr id="42" name="Group 195"/>
          <p:cNvGrpSpPr/>
          <p:nvPr/>
        </p:nvGrpSpPr>
        <p:grpSpPr bwMode="auto">
          <a:xfrm>
            <a:off x="0" y="357188"/>
            <a:ext cx="1543051" cy="1123950"/>
            <a:chOff x="-9" y="1395"/>
            <a:chExt cx="2985" cy="2898"/>
          </a:xfrm>
        </p:grpSpPr>
        <p:pic>
          <p:nvPicPr>
            <p:cNvPr id="43" name="Picture 196" descr="pan01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81" r="2339"/>
            <a:stretch>
              <a:fillRect/>
            </a:stretch>
          </p:blipFill>
          <p:spPr bwMode="gray">
            <a:xfrm>
              <a:off x="0" y="1395"/>
              <a:ext cx="2976" cy="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4" name="Freeform 197"/>
            <p:cNvSpPr/>
            <p:nvPr/>
          </p:nvSpPr>
          <p:spPr bwMode="gray">
            <a:xfrm>
              <a:off x="-9" y="1493"/>
              <a:ext cx="2841" cy="2599"/>
            </a:xfrm>
            <a:custGeom>
              <a:avLst/>
              <a:gdLst>
                <a:gd name="T0" fmla="*/ 0 w 2841"/>
                <a:gd name="T1" fmla="*/ 18 h 2599"/>
                <a:gd name="T2" fmla="*/ 2841 w 2841"/>
                <a:gd name="T3" fmla="*/ 0 h 2599"/>
                <a:gd name="T4" fmla="*/ 1294 w 2841"/>
                <a:gd name="T5" fmla="*/ 2597 h 2599"/>
                <a:gd name="T6" fmla="*/ 2 w 2841"/>
                <a:gd name="T7" fmla="*/ 2599 h 2599"/>
                <a:gd name="T8" fmla="*/ 0 w 2841"/>
                <a:gd name="T9" fmla="*/ 18 h 2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1" h="2599">
                  <a:moveTo>
                    <a:pt x="0" y="18"/>
                  </a:moveTo>
                  <a:lnTo>
                    <a:pt x="2841" y="0"/>
                  </a:lnTo>
                  <a:lnTo>
                    <a:pt x="1294" y="2597"/>
                  </a:lnTo>
                  <a:lnTo>
                    <a:pt x="2" y="2599"/>
                  </a:lnTo>
                  <a:lnTo>
                    <a:pt x="0" y="18"/>
                  </a:lnTo>
                  <a:close/>
                </a:path>
              </a:pathLst>
            </a:custGeom>
            <a:blipFill dpi="0" rotWithShape="1">
              <a:blip r:embed="rId3"/>
              <a:srcRect/>
              <a:stretch>
                <a:fillRect r="-15708"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grpSp>
        <p:nvGrpSpPr>
          <p:cNvPr id="45" name="Group 198"/>
          <p:cNvGrpSpPr/>
          <p:nvPr/>
        </p:nvGrpSpPr>
        <p:grpSpPr bwMode="auto">
          <a:xfrm>
            <a:off x="-8467" y="195263"/>
            <a:ext cx="1409700" cy="1143000"/>
            <a:chOff x="0" y="1039"/>
            <a:chExt cx="2681" cy="2897"/>
          </a:xfrm>
        </p:grpSpPr>
        <p:pic>
          <p:nvPicPr>
            <p:cNvPr id="46" name="Picture 199" descr="pan01"/>
            <p:cNvPicPr>
              <a:picLocks noChangeAspect="1" noChangeArrowheads="1"/>
            </p:cNvPicPr>
            <p:nvPr userDrawn="1"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30" r="2339"/>
            <a:stretch>
              <a:fillRect/>
            </a:stretch>
          </p:blipFill>
          <p:spPr bwMode="gray">
            <a:xfrm>
              <a:off x="0" y="1039"/>
              <a:ext cx="2681" cy="2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7" name="Freeform 200" descr="wiz_gold04"/>
            <p:cNvSpPr/>
            <p:nvPr userDrawn="1"/>
          </p:nvSpPr>
          <p:spPr bwMode="gray">
            <a:xfrm>
              <a:off x="0" y="1137"/>
              <a:ext cx="2537" cy="2600"/>
            </a:xfrm>
            <a:custGeom>
              <a:avLst/>
              <a:gdLst>
                <a:gd name="T0" fmla="*/ 0 w 2537"/>
                <a:gd name="T1" fmla="*/ 0 h 2600"/>
                <a:gd name="T2" fmla="*/ 2537 w 2537"/>
                <a:gd name="T3" fmla="*/ 1 h 2600"/>
                <a:gd name="T4" fmla="*/ 991 w 2537"/>
                <a:gd name="T5" fmla="*/ 2597 h 2600"/>
                <a:gd name="T6" fmla="*/ 0 w 2537"/>
                <a:gd name="T7" fmla="*/ 2600 h 2600"/>
                <a:gd name="T8" fmla="*/ 0 w 2537"/>
                <a:gd name="T9" fmla="*/ 0 h 2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7" h="2600">
                  <a:moveTo>
                    <a:pt x="0" y="0"/>
                  </a:moveTo>
                  <a:lnTo>
                    <a:pt x="2537" y="1"/>
                  </a:lnTo>
                  <a:lnTo>
                    <a:pt x="991" y="2597"/>
                  </a:lnTo>
                  <a:lnTo>
                    <a:pt x="0" y="260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48" name="Group 201"/>
          <p:cNvGrpSpPr/>
          <p:nvPr/>
        </p:nvGrpSpPr>
        <p:grpSpPr bwMode="auto">
          <a:xfrm>
            <a:off x="0" y="0"/>
            <a:ext cx="1244600" cy="1239838"/>
            <a:chOff x="-7" y="240"/>
            <a:chExt cx="2407" cy="3199"/>
          </a:xfrm>
        </p:grpSpPr>
        <p:pic>
          <p:nvPicPr>
            <p:cNvPr id="49" name="Picture 202" descr="pan01"/>
            <p:cNvPicPr>
              <a:picLocks noChangeAspect="1" noChangeArrowheads="1"/>
            </p:cNvPicPr>
            <p:nvPr userDrawn="1"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31" r="2339"/>
            <a:stretch>
              <a:fillRect/>
            </a:stretch>
          </p:blipFill>
          <p:spPr bwMode="gray">
            <a:xfrm>
              <a:off x="0" y="240"/>
              <a:ext cx="2400" cy="3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" name="Freeform 203" descr="wiz_gold01"/>
            <p:cNvSpPr/>
            <p:nvPr userDrawn="1"/>
          </p:nvSpPr>
          <p:spPr bwMode="gray">
            <a:xfrm>
              <a:off x="-7" y="348"/>
              <a:ext cx="2247" cy="2874"/>
            </a:xfrm>
            <a:custGeom>
              <a:avLst/>
              <a:gdLst>
                <a:gd name="T0" fmla="*/ 7 w 2247"/>
                <a:gd name="T1" fmla="*/ 0 h 2874"/>
                <a:gd name="T2" fmla="*/ 2247 w 2247"/>
                <a:gd name="T3" fmla="*/ 0 h 2874"/>
                <a:gd name="T4" fmla="*/ 540 w 2247"/>
                <a:gd name="T5" fmla="*/ 2868 h 2874"/>
                <a:gd name="T6" fmla="*/ 0 w 2247"/>
                <a:gd name="T7" fmla="*/ 2874 h 2874"/>
                <a:gd name="T8" fmla="*/ 7 w 2247"/>
                <a:gd name="T9" fmla="*/ 0 h 28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7" h="2874">
                  <a:moveTo>
                    <a:pt x="7" y="0"/>
                  </a:moveTo>
                  <a:lnTo>
                    <a:pt x="2247" y="0"/>
                  </a:lnTo>
                  <a:lnTo>
                    <a:pt x="540" y="2868"/>
                  </a:lnTo>
                  <a:lnTo>
                    <a:pt x="0" y="2874"/>
                  </a:lnTo>
                  <a:lnTo>
                    <a:pt x="7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1" name="Group 191"/>
          <p:cNvGrpSpPr/>
          <p:nvPr/>
        </p:nvGrpSpPr>
        <p:grpSpPr bwMode="auto">
          <a:xfrm>
            <a:off x="579967" y="4763"/>
            <a:ext cx="10687051" cy="6853237"/>
            <a:chOff x="274" y="10"/>
            <a:chExt cx="5049" cy="4310"/>
          </a:xfrm>
        </p:grpSpPr>
        <p:sp>
          <p:nvSpPr>
            <p:cNvPr id="52" name="Line 126"/>
            <p:cNvSpPr>
              <a:spLocks noChangeShapeType="1"/>
            </p:cNvSpPr>
            <p:nvPr userDrawn="1"/>
          </p:nvSpPr>
          <p:spPr bwMode="gray">
            <a:xfrm>
              <a:off x="3479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3" name="Line 137"/>
            <p:cNvSpPr>
              <a:spLocks noChangeShapeType="1"/>
            </p:cNvSpPr>
            <p:nvPr userDrawn="1"/>
          </p:nvSpPr>
          <p:spPr bwMode="gray">
            <a:xfrm>
              <a:off x="3929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4" name="Line 139"/>
            <p:cNvSpPr>
              <a:spLocks noChangeShapeType="1"/>
            </p:cNvSpPr>
            <p:nvPr userDrawn="1"/>
          </p:nvSpPr>
          <p:spPr bwMode="gray">
            <a:xfrm>
              <a:off x="4395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5" name="Line 140"/>
            <p:cNvSpPr>
              <a:spLocks noChangeShapeType="1"/>
            </p:cNvSpPr>
            <p:nvPr userDrawn="1"/>
          </p:nvSpPr>
          <p:spPr bwMode="gray">
            <a:xfrm>
              <a:off x="4845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6" name="Line 143"/>
            <p:cNvSpPr>
              <a:spLocks noChangeShapeType="1"/>
            </p:cNvSpPr>
            <p:nvPr userDrawn="1"/>
          </p:nvSpPr>
          <p:spPr bwMode="gray">
            <a:xfrm>
              <a:off x="5302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7" name="Line 147"/>
            <p:cNvSpPr>
              <a:spLocks noChangeShapeType="1"/>
            </p:cNvSpPr>
            <p:nvPr userDrawn="1"/>
          </p:nvSpPr>
          <p:spPr bwMode="gray">
            <a:xfrm>
              <a:off x="1651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8" name="Line 149"/>
            <p:cNvSpPr>
              <a:spLocks noChangeShapeType="1"/>
            </p:cNvSpPr>
            <p:nvPr userDrawn="1"/>
          </p:nvSpPr>
          <p:spPr bwMode="gray">
            <a:xfrm>
              <a:off x="2101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59" name="Line 151"/>
            <p:cNvSpPr>
              <a:spLocks noChangeShapeType="1"/>
            </p:cNvSpPr>
            <p:nvPr userDrawn="1"/>
          </p:nvSpPr>
          <p:spPr bwMode="gray">
            <a:xfrm>
              <a:off x="2567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0" name="Line 152"/>
            <p:cNvSpPr>
              <a:spLocks noChangeShapeType="1"/>
            </p:cNvSpPr>
            <p:nvPr userDrawn="1"/>
          </p:nvSpPr>
          <p:spPr bwMode="gray">
            <a:xfrm>
              <a:off x="3017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1" name="Line 158"/>
            <p:cNvSpPr>
              <a:spLocks noChangeShapeType="1"/>
            </p:cNvSpPr>
            <p:nvPr userDrawn="1"/>
          </p:nvSpPr>
          <p:spPr bwMode="gray">
            <a:xfrm>
              <a:off x="274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2" name="Line 160"/>
            <p:cNvSpPr>
              <a:spLocks noChangeShapeType="1"/>
            </p:cNvSpPr>
            <p:nvPr userDrawn="1"/>
          </p:nvSpPr>
          <p:spPr bwMode="gray">
            <a:xfrm>
              <a:off x="740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63" name="Line 161"/>
            <p:cNvSpPr>
              <a:spLocks noChangeShapeType="1"/>
            </p:cNvSpPr>
            <p:nvPr userDrawn="1"/>
          </p:nvSpPr>
          <p:spPr bwMode="gray">
            <a:xfrm>
              <a:off x="1190" y="10"/>
              <a:ext cx="21" cy="4310"/>
            </a:xfrm>
            <a:prstGeom prst="line">
              <a:avLst/>
            </a:prstGeom>
            <a:noFill/>
            <a:ln w="9525">
              <a:solidFill>
                <a:srgbClr val="DDDDDD">
                  <a:alpha val="50195"/>
                </a:srgbClr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" name="Rectangle 87"/>
          <p:cNvSpPr>
            <a:spLocks noChangeArrowheads="1"/>
          </p:cNvSpPr>
          <p:nvPr/>
        </p:nvSpPr>
        <p:spPr bwMode="gray">
          <a:xfrm>
            <a:off x="0" y="1795463"/>
            <a:ext cx="12192000" cy="2503487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shade val="46275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65" name="Rectangle 165"/>
          <p:cNvSpPr>
            <a:spLocks noChangeArrowheads="1"/>
          </p:cNvSpPr>
          <p:nvPr/>
        </p:nvSpPr>
        <p:spPr bwMode="gray">
          <a:xfrm>
            <a:off x="7404100" y="5576888"/>
            <a:ext cx="950384" cy="644525"/>
          </a:xfrm>
          <a:prstGeom prst="rect">
            <a:avLst/>
          </a:prstGeom>
          <a:solidFill>
            <a:schemeClr val="accent2">
              <a:alpha val="3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6" name="Rectangle 166"/>
          <p:cNvSpPr>
            <a:spLocks noChangeArrowheads="1"/>
          </p:cNvSpPr>
          <p:nvPr/>
        </p:nvSpPr>
        <p:spPr bwMode="gray">
          <a:xfrm>
            <a:off x="9342967" y="5588000"/>
            <a:ext cx="967317" cy="635000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7" name="Rectangle 167"/>
          <p:cNvSpPr>
            <a:spLocks noChangeArrowheads="1"/>
          </p:cNvSpPr>
          <p:nvPr/>
        </p:nvSpPr>
        <p:spPr bwMode="gray">
          <a:xfrm>
            <a:off x="8358717" y="4943475"/>
            <a:ext cx="967316" cy="636588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8" name="Rectangle 168"/>
          <p:cNvSpPr>
            <a:spLocks noChangeArrowheads="1"/>
          </p:cNvSpPr>
          <p:nvPr/>
        </p:nvSpPr>
        <p:spPr bwMode="gray">
          <a:xfrm>
            <a:off x="11262784" y="5588000"/>
            <a:ext cx="929216" cy="635000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69" name="Rectangle 170"/>
          <p:cNvSpPr>
            <a:spLocks noChangeArrowheads="1"/>
          </p:cNvSpPr>
          <p:nvPr/>
        </p:nvSpPr>
        <p:spPr bwMode="gray">
          <a:xfrm>
            <a:off x="3534833" y="5588000"/>
            <a:ext cx="967317" cy="635000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0" name="Rectangle 171"/>
          <p:cNvSpPr>
            <a:spLocks noChangeArrowheads="1"/>
          </p:cNvSpPr>
          <p:nvPr/>
        </p:nvSpPr>
        <p:spPr bwMode="gray">
          <a:xfrm>
            <a:off x="5473700" y="5588000"/>
            <a:ext cx="967317" cy="635000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1" name="Rectangle 172"/>
          <p:cNvSpPr>
            <a:spLocks noChangeArrowheads="1"/>
          </p:cNvSpPr>
          <p:nvPr/>
        </p:nvSpPr>
        <p:spPr bwMode="gray">
          <a:xfrm>
            <a:off x="4489451" y="4943475"/>
            <a:ext cx="967316" cy="636588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2" name="Rectangle 173"/>
          <p:cNvSpPr>
            <a:spLocks noChangeArrowheads="1"/>
          </p:cNvSpPr>
          <p:nvPr/>
        </p:nvSpPr>
        <p:spPr bwMode="gray">
          <a:xfrm>
            <a:off x="6424084" y="4943475"/>
            <a:ext cx="967316" cy="636588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3" name="Rectangle 174"/>
          <p:cNvSpPr>
            <a:spLocks noChangeArrowheads="1"/>
          </p:cNvSpPr>
          <p:nvPr/>
        </p:nvSpPr>
        <p:spPr bwMode="gray">
          <a:xfrm>
            <a:off x="2556933" y="4943475"/>
            <a:ext cx="967317" cy="636588"/>
          </a:xfrm>
          <a:prstGeom prst="rect">
            <a:avLst/>
          </a:prstGeom>
          <a:solidFill>
            <a:schemeClr val="accent2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4" name="Rectangle 175"/>
          <p:cNvSpPr>
            <a:spLocks noChangeArrowheads="1"/>
          </p:cNvSpPr>
          <p:nvPr/>
        </p:nvSpPr>
        <p:spPr bwMode="gray">
          <a:xfrm>
            <a:off x="7389284" y="4310063"/>
            <a:ext cx="967316" cy="636587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5" name="Rectangle 176"/>
          <p:cNvSpPr>
            <a:spLocks noChangeArrowheads="1"/>
          </p:cNvSpPr>
          <p:nvPr/>
        </p:nvSpPr>
        <p:spPr bwMode="gray">
          <a:xfrm>
            <a:off x="9328151" y="4300538"/>
            <a:ext cx="967316" cy="646112"/>
          </a:xfrm>
          <a:prstGeom prst="rect">
            <a:avLst/>
          </a:prstGeom>
          <a:solidFill>
            <a:schemeClr val="accent2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6" name="Rectangle 177"/>
          <p:cNvSpPr>
            <a:spLocks noChangeArrowheads="1"/>
          </p:cNvSpPr>
          <p:nvPr/>
        </p:nvSpPr>
        <p:spPr bwMode="gray">
          <a:xfrm>
            <a:off x="11247967" y="4300538"/>
            <a:ext cx="937684" cy="646112"/>
          </a:xfrm>
          <a:prstGeom prst="rect">
            <a:avLst/>
          </a:prstGeom>
          <a:solidFill>
            <a:srgbClr val="DDDDDD">
              <a:alpha val="1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7" name="Rectangle 178"/>
          <p:cNvSpPr>
            <a:spLocks noChangeArrowheads="1"/>
          </p:cNvSpPr>
          <p:nvPr/>
        </p:nvSpPr>
        <p:spPr bwMode="gray">
          <a:xfrm>
            <a:off x="5473700" y="4310063"/>
            <a:ext cx="967317" cy="636587"/>
          </a:xfrm>
          <a:prstGeom prst="rect">
            <a:avLst/>
          </a:prstGeom>
          <a:solidFill>
            <a:srgbClr val="DDDDDD">
              <a:alpha val="1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8" name="Rectangle 185"/>
          <p:cNvSpPr>
            <a:spLocks noChangeArrowheads="1"/>
          </p:cNvSpPr>
          <p:nvPr/>
        </p:nvSpPr>
        <p:spPr bwMode="gray">
          <a:xfrm>
            <a:off x="10293351" y="6221413"/>
            <a:ext cx="967316" cy="636587"/>
          </a:xfrm>
          <a:prstGeom prst="rect">
            <a:avLst/>
          </a:prstGeom>
          <a:solidFill>
            <a:srgbClr val="DDDDDD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79" name="Rectangle 186"/>
          <p:cNvSpPr>
            <a:spLocks noChangeArrowheads="1"/>
          </p:cNvSpPr>
          <p:nvPr/>
        </p:nvSpPr>
        <p:spPr bwMode="gray">
          <a:xfrm>
            <a:off x="4495800" y="6221413"/>
            <a:ext cx="971551" cy="636587"/>
          </a:xfrm>
          <a:prstGeom prst="rect">
            <a:avLst/>
          </a:prstGeom>
          <a:solidFill>
            <a:srgbClr val="DDDDDD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0" name="Rectangle 187"/>
          <p:cNvSpPr>
            <a:spLocks noChangeArrowheads="1"/>
          </p:cNvSpPr>
          <p:nvPr/>
        </p:nvSpPr>
        <p:spPr bwMode="gray">
          <a:xfrm>
            <a:off x="6434667" y="6221413"/>
            <a:ext cx="967317" cy="636587"/>
          </a:xfrm>
          <a:prstGeom prst="rect">
            <a:avLst/>
          </a:prstGeom>
          <a:solidFill>
            <a:srgbClr val="DDDDDD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1" name="Rectangle 188"/>
          <p:cNvSpPr>
            <a:spLocks noChangeArrowheads="1"/>
          </p:cNvSpPr>
          <p:nvPr/>
        </p:nvSpPr>
        <p:spPr bwMode="gray">
          <a:xfrm>
            <a:off x="2561167" y="6221413"/>
            <a:ext cx="967317" cy="636587"/>
          </a:xfrm>
          <a:prstGeom prst="rect">
            <a:avLst/>
          </a:prstGeom>
          <a:solidFill>
            <a:srgbClr val="DDDDDD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" name="Group 206"/>
          <p:cNvGrpSpPr/>
          <p:nvPr/>
        </p:nvGrpSpPr>
        <p:grpSpPr bwMode="auto">
          <a:xfrm>
            <a:off x="0" y="533400"/>
            <a:ext cx="12192000" cy="5689600"/>
            <a:chOff x="0" y="336"/>
            <a:chExt cx="5760" cy="3584"/>
          </a:xfrm>
        </p:grpSpPr>
        <p:sp>
          <p:nvSpPr>
            <p:cNvPr id="83" name="Line 192"/>
            <p:cNvSpPr>
              <a:spLocks noChangeShapeType="1"/>
            </p:cNvSpPr>
            <p:nvPr userDrawn="1"/>
          </p:nvSpPr>
          <p:spPr bwMode="gray">
            <a:xfrm flipH="1">
              <a:off x="0" y="336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4" name="Line 193"/>
            <p:cNvSpPr>
              <a:spLocks noChangeShapeType="1"/>
            </p:cNvSpPr>
            <p:nvPr userDrawn="1"/>
          </p:nvSpPr>
          <p:spPr bwMode="gray">
            <a:xfrm flipH="1">
              <a:off x="0" y="733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5" name="Line 194"/>
            <p:cNvSpPr>
              <a:spLocks noChangeShapeType="1"/>
            </p:cNvSpPr>
            <p:nvPr userDrawn="1"/>
          </p:nvSpPr>
          <p:spPr bwMode="gray">
            <a:xfrm flipH="1">
              <a:off x="0" y="1123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6" name="Line 195"/>
            <p:cNvSpPr>
              <a:spLocks noChangeShapeType="1"/>
            </p:cNvSpPr>
            <p:nvPr userDrawn="1"/>
          </p:nvSpPr>
          <p:spPr bwMode="gray">
            <a:xfrm flipH="1">
              <a:off x="0" y="2707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7" name="Line 196"/>
            <p:cNvSpPr>
              <a:spLocks noChangeShapeType="1"/>
            </p:cNvSpPr>
            <p:nvPr userDrawn="1"/>
          </p:nvSpPr>
          <p:spPr bwMode="gray">
            <a:xfrm flipH="1">
              <a:off x="0" y="3111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8" name="Line 197"/>
            <p:cNvSpPr>
              <a:spLocks noChangeShapeType="1"/>
            </p:cNvSpPr>
            <p:nvPr userDrawn="1"/>
          </p:nvSpPr>
          <p:spPr bwMode="gray">
            <a:xfrm flipH="1">
              <a:off x="0" y="3516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9" name="Line 198"/>
            <p:cNvSpPr>
              <a:spLocks noChangeShapeType="1"/>
            </p:cNvSpPr>
            <p:nvPr userDrawn="1"/>
          </p:nvSpPr>
          <p:spPr bwMode="gray">
            <a:xfrm flipH="1">
              <a:off x="0" y="3920"/>
              <a:ext cx="5760" cy="0"/>
            </a:xfrm>
            <a:prstGeom prst="line">
              <a:avLst/>
            </a:prstGeom>
            <a:noFill/>
            <a:ln w="9525">
              <a:solidFill>
                <a:srgbClr val="DDDDDD"/>
              </a:solidFill>
              <a:rou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90" name="Rectangle 138"/>
          <p:cNvSpPr>
            <a:spLocks noChangeArrowheads="1"/>
          </p:cNvSpPr>
          <p:nvPr/>
        </p:nvSpPr>
        <p:spPr bwMode="gray">
          <a:xfrm>
            <a:off x="7366000" y="534988"/>
            <a:ext cx="967317" cy="633412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1" name="Rectangle 141"/>
          <p:cNvSpPr>
            <a:spLocks noChangeArrowheads="1"/>
          </p:cNvSpPr>
          <p:nvPr/>
        </p:nvSpPr>
        <p:spPr bwMode="gray">
          <a:xfrm>
            <a:off x="9304867" y="534988"/>
            <a:ext cx="967317" cy="633412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2" name="Rectangle 146"/>
          <p:cNvSpPr>
            <a:spLocks noChangeArrowheads="1"/>
          </p:cNvSpPr>
          <p:nvPr/>
        </p:nvSpPr>
        <p:spPr bwMode="gray">
          <a:xfrm>
            <a:off x="10255251" y="4763"/>
            <a:ext cx="967316" cy="522287"/>
          </a:xfrm>
          <a:prstGeom prst="rect">
            <a:avLst/>
          </a:prstGeom>
          <a:solidFill>
            <a:schemeClr val="folHlink">
              <a:alpha val="3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3" name="Rectangle 153"/>
          <p:cNvSpPr>
            <a:spLocks noChangeArrowheads="1"/>
          </p:cNvSpPr>
          <p:nvPr/>
        </p:nvSpPr>
        <p:spPr bwMode="gray">
          <a:xfrm>
            <a:off x="5435600" y="534988"/>
            <a:ext cx="967317" cy="633412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4" name="Rectangle 155"/>
          <p:cNvSpPr>
            <a:spLocks noChangeArrowheads="1"/>
          </p:cNvSpPr>
          <p:nvPr/>
        </p:nvSpPr>
        <p:spPr bwMode="gray">
          <a:xfrm>
            <a:off x="6385984" y="4763"/>
            <a:ext cx="967316" cy="522287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5" name="Rectangle 162"/>
          <p:cNvSpPr>
            <a:spLocks noChangeArrowheads="1"/>
          </p:cNvSpPr>
          <p:nvPr/>
        </p:nvSpPr>
        <p:spPr bwMode="gray">
          <a:xfrm>
            <a:off x="609600" y="1147763"/>
            <a:ext cx="967317" cy="633412"/>
          </a:xfrm>
          <a:prstGeom prst="rect">
            <a:avLst/>
          </a:prstGeom>
          <a:solidFill>
            <a:schemeClr val="folHlink">
              <a:alpha val="2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6" name="Rectangle 164"/>
          <p:cNvSpPr>
            <a:spLocks noChangeArrowheads="1"/>
          </p:cNvSpPr>
          <p:nvPr/>
        </p:nvSpPr>
        <p:spPr bwMode="gray">
          <a:xfrm>
            <a:off x="2518833" y="4763"/>
            <a:ext cx="967317" cy="522287"/>
          </a:xfrm>
          <a:prstGeom prst="rect">
            <a:avLst/>
          </a:prstGeom>
          <a:solidFill>
            <a:srgbClr val="DDDDDD">
              <a:alpha val="39999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7" name="Rectangle 179"/>
          <p:cNvSpPr>
            <a:spLocks noChangeArrowheads="1"/>
          </p:cNvSpPr>
          <p:nvPr/>
        </p:nvSpPr>
        <p:spPr bwMode="gray">
          <a:xfrm>
            <a:off x="8335433" y="1165225"/>
            <a:ext cx="967317" cy="633413"/>
          </a:xfrm>
          <a:prstGeom prst="rect">
            <a:avLst/>
          </a:prstGeom>
          <a:solidFill>
            <a:srgbClr val="DDDDDD">
              <a:alpha val="1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8" name="Rectangle 180"/>
          <p:cNvSpPr>
            <a:spLocks noChangeArrowheads="1"/>
          </p:cNvSpPr>
          <p:nvPr/>
        </p:nvSpPr>
        <p:spPr bwMode="gray">
          <a:xfrm>
            <a:off x="10255251" y="1165225"/>
            <a:ext cx="967316" cy="633413"/>
          </a:xfrm>
          <a:prstGeom prst="rect">
            <a:avLst/>
          </a:prstGeom>
          <a:solidFill>
            <a:schemeClr val="folHlink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99" name="Rectangle 181"/>
          <p:cNvSpPr>
            <a:spLocks noChangeArrowheads="1"/>
          </p:cNvSpPr>
          <p:nvPr/>
        </p:nvSpPr>
        <p:spPr bwMode="gray">
          <a:xfrm>
            <a:off x="4466167" y="1165225"/>
            <a:ext cx="967317" cy="633413"/>
          </a:xfrm>
          <a:prstGeom prst="rect">
            <a:avLst/>
          </a:prstGeom>
          <a:solidFill>
            <a:srgbClr val="DDDDDD">
              <a:alpha val="1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0" name="Rectangle 182"/>
          <p:cNvSpPr>
            <a:spLocks noChangeArrowheads="1"/>
          </p:cNvSpPr>
          <p:nvPr/>
        </p:nvSpPr>
        <p:spPr bwMode="gray">
          <a:xfrm>
            <a:off x="6400800" y="1165225"/>
            <a:ext cx="967317" cy="633413"/>
          </a:xfrm>
          <a:prstGeom prst="rect">
            <a:avLst/>
          </a:prstGeom>
          <a:solidFill>
            <a:schemeClr val="folHlink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1" name="Rectangle 183"/>
          <p:cNvSpPr>
            <a:spLocks noChangeArrowheads="1"/>
          </p:cNvSpPr>
          <p:nvPr/>
        </p:nvSpPr>
        <p:spPr bwMode="gray">
          <a:xfrm>
            <a:off x="2533651" y="1165225"/>
            <a:ext cx="967316" cy="633413"/>
          </a:xfrm>
          <a:prstGeom prst="rect">
            <a:avLst/>
          </a:prstGeom>
          <a:solidFill>
            <a:schemeClr val="folHlink">
              <a:alpha val="10196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2" name="Rectangle 189"/>
          <p:cNvSpPr>
            <a:spLocks noChangeArrowheads="1"/>
          </p:cNvSpPr>
          <p:nvPr/>
        </p:nvSpPr>
        <p:spPr bwMode="gray">
          <a:xfrm>
            <a:off x="584200" y="4763"/>
            <a:ext cx="967317" cy="522287"/>
          </a:xfrm>
          <a:prstGeom prst="rect">
            <a:avLst/>
          </a:prstGeom>
          <a:solidFill>
            <a:srgbClr val="DDDDDD">
              <a:alpha val="30196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" name="Rectangle 190"/>
          <p:cNvSpPr>
            <a:spLocks noChangeArrowheads="1"/>
          </p:cNvSpPr>
          <p:nvPr/>
        </p:nvSpPr>
        <p:spPr bwMode="gray">
          <a:xfrm>
            <a:off x="1568451" y="533400"/>
            <a:ext cx="967316" cy="633413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" name="Rectangle 200"/>
          <p:cNvSpPr>
            <a:spLocks noChangeArrowheads="1"/>
          </p:cNvSpPr>
          <p:nvPr/>
        </p:nvSpPr>
        <p:spPr bwMode="gray">
          <a:xfrm>
            <a:off x="3481917" y="534988"/>
            <a:ext cx="967316" cy="633412"/>
          </a:xfrm>
          <a:prstGeom prst="rect">
            <a:avLst/>
          </a:prstGeom>
          <a:solidFill>
            <a:srgbClr val="DDDDDD">
              <a:alpha val="20000"/>
            </a:srgb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05" name="Group 234"/>
          <p:cNvGrpSpPr/>
          <p:nvPr/>
        </p:nvGrpSpPr>
        <p:grpSpPr bwMode="auto">
          <a:xfrm>
            <a:off x="0" y="2257425"/>
            <a:ext cx="6318251" cy="4600575"/>
            <a:chOff x="-9" y="1395"/>
            <a:chExt cx="2985" cy="2898"/>
          </a:xfrm>
        </p:grpSpPr>
        <p:pic>
          <p:nvPicPr>
            <p:cNvPr id="106" name="Picture 213" descr="pan01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81" r="2339"/>
            <a:stretch>
              <a:fillRect/>
            </a:stretch>
          </p:blipFill>
          <p:spPr bwMode="gray">
            <a:xfrm>
              <a:off x="0" y="1395"/>
              <a:ext cx="2976" cy="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" name="Freeform 209"/>
            <p:cNvSpPr/>
            <p:nvPr/>
          </p:nvSpPr>
          <p:spPr bwMode="gray">
            <a:xfrm>
              <a:off x="-9" y="1493"/>
              <a:ext cx="2841" cy="2599"/>
            </a:xfrm>
            <a:custGeom>
              <a:avLst/>
              <a:gdLst>
                <a:gd name="T0" fmla="*/ 0 w 2841"/>
                <a:gd name="T1" fmla="*/ 18 h 2599"/>
                <a:gd name="T2" fmla="*/ 2841 w 2841"/>
                <a:gd name="T3" fmla="*/ 0 h 2599"/>
                <a:gd name="T4" fmla="*/ 1294 w 2841"/>
                <a:gd name="T5" fmla="*/ 2597 h 2599"/>
                <a:gd name="T6" fmla="*/ 2 w 2841"/>
                <a:gd name="T7" fmla="*/ 2599 h 2599"/>
                <a:gd name="T8" fmla="*/ 0 w 2841"/>
                <a:gd name="T9" fmla="*/ 18 h 2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1" h="2599">
                  <a:moveTo>
                    <a:pt x="0" y="18"/>
                  </a:moveTo>
                  <a:lnTo>
                    <a:pt x="2841" y="0"/>
                  </a:lnTo>
                  <a:lnTo>
                    <a:pt x="1294" y="2597"/>
                  </a:lnTo>
                  <a:lnTo>
                    <a:pt x="2" y="2599"/>
                  </a:lnTo>
                  <a:lnTo>
                    <a:pt x="0" y="18"/>
                  </a:lnTo>
                  <a:close/>
                </a:path>
              </a:pathLst>
            </a:custGeom>
            <a:blipFill dpi="0" rotWithShape="1">
              <a:blip r:embed="rId3"/>
              <a:srcRect/>
              <a:stretch>
                <a:fillRect r="-15708"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grpSp>
        <p:nvGrpSpPr>
          <p:cNvPr id="108" name="Group 233"/>
          <p:cNvGrpSpPr/>
          <p:nvPr/>
        </p:nvGrpSpPr>
        <p:grpSpPr bwMode="auto">
          <a:xfrm>
            <a:off x="12700" y="1395413"/>
            <a:ext cx="5674784" cy="4598987"/>
            <a:chOff x="0" y="1039"/>
            <a:chExt cx="2681" cy="2897"/>
          </a:xfrm>
        </p:grpSpPr>
        <p:pic>
          <p:nvPicPr>
            <p:cNvPr id="109" name="Picture 220" descr="pan01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30" r="2339"/>
            <a:stretch>
              <a:fillRect/>
            </a:stretch>
          </p:blipFill>
          <p:spPr bwMode="gray">
            <a:xfrm>
              <a:off x="0" y="1039"/>
              <a:ext cx="2681" cy="2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0" name="Freeform 221" descr="wiz_gold04"/>
            <p:cNvSpPr/>
            <p:nvPr userDrawn="1"/>
          </p:nvSpPr>
          <p:spPr bwMode="gray">
            <a:xfrm>
              <a:off x="0" y="1137"/>
              <a:ext cx="2537" cy="2600"/>
            </a:xfrm>
            <a:custGeom>
              <a:avLst/>
              <a:gdLst>
                <a:gd name="T0" fmla="*/ 0 w 2537"/>
                <a:gd name="T1" fmla="*/ 0 h 2600"/>
                <a:gd name="T2" fmla="*/ 2537 w 2537"/>
                <a:gd name="T3" fmla="*/ 1 h 2600"/>
                <a:gd name="T4" fmla="*/ 991 w 2537"/>
                <a:gd name="T5" fmla="*/ 2597 h 2600"/>
                <a:gd name="T6" fmla="*/ 0 w 2537"/>
                <a:gd name="T7" fmla="*/ 2600 h 2600"/>
                <a:gd name="T8" fmla="*/ 0 w 2537"/>
                <a:gd name="T9" fmla="*/ 0 h 2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7" h="2600">
                  <a:moveTo>
                    <a:pt x="0" y="0"/>
                  </a:moveTo>
                  <a:lnTo>
                    <a:pt x="2537" y="1"/>
                  </a:lnTo>
                  <a:lnTo>
                    <a:pt x="991" y="2597"/>
                  </a:lnTo>
                  <a:lnTo>
                    <a:pt x="0" y="260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5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11" name="Group 232"/>
          <p:cNvGrpSpPr/>
          <p:nvPr/>
        </p:nvGrpSpPr>
        <p:grpSpPr bwMode="auto">
          <a:xfrm>
            <a:off x="-6351" y="304800"/>
            <a:ext cx="5094817" cy="5078413"/>
            <a:chOff x="-7" y="240"/>
            <a:chExt cx="2407" cy="3199"/>
          </a:xfrm>
        </p:grpSpPr>
        <p:pic>
          <p:nvPicPr>
            <p:cNvPr id="112" name="Picture 223" descr="pan01"/>
            <p:cNvPicPr>
              <a:picLocks noChangeAspect="1" noChangeArrowheads="1"/>
            </p:cNvPicPr>
            <p:nvPr userDrawn="1"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31" r="2339"/>
            <a:stretch>
              <a:fillRect/>
            </a:stretch>
          </p:blipFill>
          <p:spPr bwMode="gray">
            <a:xfrm>
              <a:off x="0" y="240"/>
              <a:ext cx="2400" cy="3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3" name="Freeform 224" descr="wiz_gold01"/>
            <p:cNvSpPr/>
            <p:nvPr userDrawn="1"/>
          </p:nvSpPr>
          <p:spPr bwMode="gray">
            <a:xfrm>
              <a:off x="-7" y="348"/>
              <a:ext cx="2247" cy="2874"/>
            </a:xfrm>
            <a:custGeom>
              <a:avLst/>
              <a:gdLst>
                <a:gd name="T0" fmla="*/ 7 w 2247"/>
                <a:gd name="T1" fmla="*/ 0 h 2874"/>
                <a:gd name="T2" fmla="*/ 2247 w 2247"/>
                <a:gd name="T3" fmla="*/ 0 h 2874"/>
                <a:gd name="T4" fmla="*/ 540 w 2247"/>
                <a:gd name="T5" fmla="*/ 2868 h 2874"/>
                <a:gd name="T6" fmla="*/ 0 w 2247"/>
                <a:gd name="T7" fmla="*/ 2874 h 2874"/>
                <a:gd name="T8" fmla="*/ 7 w 2247"/>
                <a:gd name="T9" fmla="*/ 0 h 28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7" h="2874">
                  <a:moveTo>
                    <a:pt x="7" y="0"/>
                  </a:moveTo>
                  <a:lnTo>
                    <a:pt x="2247" y="0"/>
                  </a:lnTo>
                  <a:lnTo>
                    <a:pt x="540" y="2868"/>
                  </a:lnTo>
                  <a:lnTo>
                    <a:pt x="0" y="2874"/>
                  </a:lnTo>
                  <a:lnTo>
                    <a:pt x="7" y="0"/>
                  </a:lnTo>
                  <a:close/>
                </a:path>
              </a:pathLst>
            </a:custGeom>
            <a:blipFill dpi="0" rotWithShape="1">
              <a:blip r:embed="rId7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6096000" y="4343400"/>
            <a:ext cx="5892800" cy="609600"/>
          </a:xfrm>
          <a:extLst>
            <a:ext uri="{AF507438-7753-43E0-B8FC-AC1667EBCBE1}">
              <a14:hiddenEffects xmlns:a14="http://schemas.microsoft.com/office/drawing/2010/main">
                <a:effectLst>
                  <a:outerShdw algn="ctr" rotWithShape="0">
                    <a:srgbClr val="FFFFFF">
                      <a:alpha val="50000"/>
                    </a:srgbClr>
                  </a:outerShdw>
                </a:effectLst>
              </a14:hiddenEffects>
            </a:ext>
          </a:extLst>
        </p:spPr>
        <p:txBody>
          <a:bodyPr/>
          <a:lstStyle>
            <a:lvl1pPr marL="0" indent="0" algn="r">
              <a:buFontTx/>
              <a:buNone/>
              <a:defRPr sz="2000"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5689600" y="1981200"/>
            <a:ext cx="6299200" cy="2057400"/>
          </a:xfrm>
          <a:prstGeom prst="rect">
            <a:avLst/>
          </a:prstGeom>
          <a:extLst>
            <a:ext uri="{AF507438-7753-43E0-B8FC-AC1667EBCBE1}">
              <a14:hiddenEffects xmlns:a14="http://schemas.microsoft.com/office/drawing/2010/main">
                <a:effectLst>
                  <a:outerShdw dist="45791" dir="3378596" algn="ctr" rotWithShape="0">
                    <a:schemeClr val="bg2">
                      <a:alpha val="50000"/>
                    </a:schemeClr>
                  </a:outerShdw>
                </a:effectLst>
              </a14:hiddenEffects>
            </a:ext>
          </a:extLst>
        </p:spPr>
        <p:txBody>
          <a:bodyPr/>
          <a:lstStyle>
            <a:lvl1pPr algn="r">
              <a:defRPr sz="4400"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114" name="Rectangle 4"/>
          <p:cNvSpPr>
            <a:spLocks noGrp="1" noChangeArrowheads="1"/>
          </p:cNvSpPr>
          <p:nvPr>
            <p:ph type="dt" sz="half" idx="10"/>
          </p:nvPr>
        </p:nvSpPr>
        <p:spPr>
          <a:xfrm>
            <a:off x="406400" y="6400800"/>
            <a:ext cx="2844800" cy="320675"/>
          </a:xfrm>
        </p:spPr>
        <p:txBody>
          <a:bodyPr/>
          <a:lstStyle>
            <a:lvl1pPr algn="r">
              <a:defRPr>
                <a:latin typeface="+mj-lt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5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4978400" y="6400800"/>
            <a:ext cx="2844800" cy="320675"/>
          </a:xfrm>
        </p:spPr>
        <p:txBody>
          <a:bodyPr/>
          <a:lstStyle>
            <a:lvl1pPr>
              <a:defRPr>
                <a:latin typeface="+mj-lt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2"/>
          <p:cNvSpPr>
            <a:spLocks noGrp="1" noChangeArrowheads="1"/>
          </p:cNvSpPr>
          <p:nvPr>
            <p:ph type="title" hasCustomPrompt="1"/>
          </p:nvPr>
        </p:nvSpPr>
        <p:spPr bwMode="auto">
          <a:xfrm>
            <a:off x="1625600" y="287338"/>
            <a:ext cx="9855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eaLnBrk="1" latinLnBrk="1" hangingPunct="1"/>
            <a:endParaRPr lang="ko-KR" altLang="en-US" sz="4400" dirty="0" smtClean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3600" u="none" strike="noStrike" kern="0" cap="none" spc="0" normalizeH="0">
                <a:solidFill>
                  <a:srgbClr val="C00000"/>
                </a:solidFill>
                <a:uFillTx/>
                <a:latin typeface="Arial" panose="020B0604020202020204" pitchFamily="34" charset="0"/>
                <a:ea typeface="微软雅黑" panose="020B0503020204020204" pitchFamily="34" charset="-122"/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dirty="0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724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 bwMode="auto">
          <a:xfrm>
            <a:off x="1625600" y="287338"/>
            <a:ext cx="9855200" cy="838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3600" b="1">
                <a:solidFill>
                  <a:srgbClr val="FFFFFF"/>
                </a:solidFill>
                <a:latin typeface="Arial" panose="020B0604020202020204" pitchFamily="34" charset="0"/>
              </a:defRPr>
            </a:lvl9pPr>
          </a:lstStyle>
          <a:p>
            <a:pPr eaLnBrk="1" latinLnBrk="1" hangingPunct="1"/>
            <a:endParaRPr lang="ko-KR" altLang="en-US" sz="4400" kern="0" dirty="0" smtClean="0">
              <a:latin typeface="微软雅黑" panose="020B0503020204020204" pitchFamily="34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理财有道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53EF6B-E217-46DB-B602-8D73BFF71850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理财有道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D4D27B-E1FE-40B2-B827-AD3DD73B782B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28600"/>
            <a:ext cx="2743200" cy="6096000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28600"/>
            <a:ext cx="8026400" cy="60960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理财有道</a:t>
            </a:r>
            <a:endParaRPr lang="zh-CN" alt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transition/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09600" y="1600200"/>
            <a:ext cx="53848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724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理财有道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23FF3C7-F3C8-4EA9-ACD8-E6A44A1FAF9F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chart" preserve="1">
  <p:cSld name="标题和图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表占位符 2"/>
          <p:cNvSpPr>
            <a:spLocks noGrp="1"/>
          </p:cNvSpPr>
          <p:nvPr>
            <p:ph type="chart" idx="1"/>
          </p:nvPr>
        </p:nvSpPr>
        <p:spPr>
          <a:xfrm>
            <a:off x="609600" y="1600200"/>
            <a:ext cx="10972800" cy="47244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理财有道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0BA0B0-0C9A-486F-8401-9F8BD4010BC5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625600" y="228600"/>
            <a:ext cx="9855200" cy="838200"/>
          </a:xfrm>
          <a:prstGeom prst="rect">
            <a:avLst/>
          </a:prstGeo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609600" y="1600200"/>
            <a:ext cx="10972800" cy="4724400"/>
          </a:xfrm>
        </p:spPr>
        <p:txBody>
          <a:bodyPr/>
          <a:lstStyle/>
          <a:p>
            <a:pPr lvl="0"/>
            <a:endParaRPr lang="zh-CN" altLang="en-US" noProof="0" smtClean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理财有道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7B46690-F58C-44F3-9369-4AC8257CCBDA}" type="slidenum">
              <a:rPr lang="zh-CN" altLang="en-US"/>
            </a:fld>
            <a:endParaRPr lang="en-US" altLang="zh-CN" dirty="0"/>
          </a:p>
        </p:txBody>
      </p:sp>
    </p:spTree>
  </p:cSld>
  <p:clrMapOvr>
    <a:masterClrMapping/>
  </p:clrMapOvr>
  <p:transition/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p:transition/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39" Type="http://schemas.openxmlformats.org/officeDocument/2006/relationships/image" Target="../media/image6.jpeg"/><Relationship Id="rId38" Type="http://schemas.openxmlformats.org/officeDocument/2006/relationships/image" Target="../media/image5.png"/><Relationship Id="rId37" Type="http://schemas.openxmlformats.org/officeDocument/2006/relationships/image" Target="../media/image4.jpeg"/><Relationship Id="rId36" Type="http://schemas.openxmlformats.org/officeDocument/2006/relationships/image" Target="../media/image3.png"/><Relationship Id="rId35" Type="http://schemas.openxmlformats.org/officeDocument/2006/relationships/image" Target="../media/image2.jpeg"/><Relationship Id="rId34" Type="http://schemas.openxmlformats.org/officeDocument/2006/relationships/image" Target="../media/image1.png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.xml"/><Relationship Id="rId29" Type="http://schemas.openxmlformats.org/officeDocument/2006/relationships/slideLayout" Target="../slideLayouts/slideLayout29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Rectangle 26"/>
          <p:cNvSpPr>
            <a:spLocks noChangeArrowheads="1"/>
          </p:cNvSpPr>
          <p:nvPr/>
        </p:nvSpPr>
        <p:spPr bwMode="gray">
          <a:xfrm>
            <a:off x="0" y="228600"/>
            <a:ext cx="12192000" cy="838200"/>
          </a:xfrm>
          <a:prstGeom prst="rect">
            <a:avLst/>
          </a:prstGeom>
          <a:gradFill rotWithShape="1">
            <a:gsLst>
              <a:gs pos="0">
                <a:schemeClr val="tx2">
                  <a:gamma/>
                  <a:shade val="41176"/>
                  <a:invGamma/>
                </a:schemeClr>
              </a:gs>
              <a:gs pos="100000">
                <a:schemeClr val="tx2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gray">
          <a:xfrm>
            <a:off x="609600" y="6467475"/>
            <a:ext cx="2844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 b="0">
                <a:latin typeface="+mn-lt"/>
                <a:ea typeface="宋体" panose="02010600030101010101" pitchFamily="2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gray">
          <a:xfrm>
            <a:off x="4165600" y="6467475"/>
            <a:ext cx="3860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200" b="0">
                <a:latin typeface="+mn-lt"/>
                <a:ea typeface="宋体" panose="02010600030101010101" pitchFamily="2" charset="-122"/>
              </a:defRPr>
            </a:lvl1pPr>
          </a:lstStyle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gray">
          <a:xfrm>
            <a:off x="8737600" y="6467475"/>
            <a:ext cx="2844800" cy="301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 b="0">
                <a:latin typeface="+mn-lt"/>
                <a:ea typeface="宋体" panose="02010600030101010101" pitchFamily="2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2" name="Rectangle 152"/>
          <p:cNvSpPr>
            <a:spLocks noChangeArrowheads="1"/>
          </p:cNvSpPr>
          <p:nvPr/>
        </p:nvSpPr>
        <p:spPr bwMode="gray">
          <a:xfrm>
            <a:off x="8818033" y="5918200"/>
            <a:ext cx="675217" cy="469900"/>
          </a:xfrm>
          <a:prstGeom prst="rect">
            <a:avLst/>
          </a:prstGeom>
          <a:solidFill>
            <a:schemeClr val="accent2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1" name="Rectangle 153"/>
          <p:cNvSpPr>
            <a:spLocks noChangeArrowheads="1"/>
          </p:cNvSpPr>
          <p:nvPr/>
        </p:nvSpPr>
        <p:spPr bwMode="gray">
          <a:xfrm>
            <a:off x="10172700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2" name="Rectangle 154"/>
          <p:cNvSpPr>
            <a:spLocks noChangeArrowheads="1"/>
          </p:cNvSpPr>
          <p:nvPr/>
        </p:nvSpPr>
        <p:spPr bwMode="gray">
          <a:xfrm>
            <a:off x="9484784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3" name="Rectangle 155"/>
          <p:cNvSpPr>
            <a:spLocks noChangeArrowheads="1"/>
          </p:cNvSpPr>
          <p:nvPr/>
        </p:nvSpPr>
        <p:spPr bwMode="gray">
          <a:xfrm>
            <a:off x="115019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4" name="Rectangle 156"/>
          <p:cNvSpPr>
            <a:spLocks noChangeArrowheads="1"/>
          </p:cNvSpPr>
          <p:nvPr/>
        </p:nvSpPr>
        <p:spPr bwMode="gray">
          <a:xfrm>
            <a:off x="6100233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5" name="Rectangle 157"/>
          <p:cNvSpPr>
            <a:spLocks noChangeArrowheads="1"/>
          </p:cNvSpPr>
          <p:nvPr/>
        </p:nvSpPr>
        <p:spPr bwMode="gray">
          <a:xfrm>
            <a:off x="7467600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6" name="Rectangle 158"/>
          <p:cNvSpPr>
            <a:spLocks noChangeArrowheads="1"/>
          </p:cNvSpPr>
          <p:nvPr/>
        </p:nvSpPr>
        <p:spPr bwMode="gray">
          <a:xfrm>
            <a:off x="6777567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7" name="Rectangle 159"/>
          <p:cNvSpPr>
            <a:spLocks noChangeArrowheads="1"/>
          </p:cNvSpPr>
          <p:nvPr/>
        </p:nvSpPr>
        <p:spPr bwMode="gray">
          <a:xfrm>
            <a:off x="8130117" y="5440363"/>
            <a:ext cx="679449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8" name="Rectangle 160"/>
          <p:cNvSpPr>
            <a:spLocks noChangeArrowheads="1"/>
          </p:cNvSpPr>
          <p:nvPr/>
        </p:nvSpPr>
        <p:spPr bwMode="gray">
          <a:xfrm>
            <a:off x="5425017" y="5440363"/>
            <a:ext cx="679449" cy="473075"/>
          </a:xfrm>
          <a:prstGeom prst="rect">
            <a:avLst/>
          </a:prstGeom>
          <a:solidFill>
            <a:schemeClr val="accent2">
              <a:alpha val="10196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39" name="Rectangle 161"/>
          <p:cNvSpPr>
            <a:spLocks noChangeArrowheads="1"/>
          </p:cNvSpPr>
          <p:nvPr/>
        </p:nvSpPr>
        <p:spPr bwMode="gray">
          <a:xfrm>
            <a:off x="8807451" y="4972050"/>
            <a:ext cx="675216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0" name="Rectangle 162"/>
          <p:cNvSpPr>
            <a:spLocks noChangeArrowheads="1"/>
          </p:cNvSpPr>
          <p:nvPr/>
        </p:nvSpPr>
        <p:spPr bwMode="gray">
          <a:xfrm>
            <a:off x="10164233" y="4972050"/>
            <a:ext cx="675217" cy="473075"/>
          </a:xfrm>
          <a:prstGeom prst="rect">
            <a:avLst/>
          </a:prstGeom>
          <a:solidFill>
            <a:schemeClr val="accent2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1" name="Rectangle 163"/>
          <p:cNvSpPr>
            <a:spLocks noChangeArrowheads="1"/>
          </p:cNvSpPr>
          <p:nvPr/>
        </p:nvSpPr>
        <p:spPr bwMode="gray">
          <a:xfrm>
            <a:off x="11504084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2" name="Rectangle 164"/>
          <p:cNvSpPr>
            <a:spLocks noChangeArrowheads="1"/>
          </p:cNvSpPr>
          <p:nvPr/>
        </p:nvSpPr>
        <p:spPr bwMode="gray">
          <a:xfrm>
            <a:off x="7467600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3" name="Rectangle 165"/>
          <p:cNvSpPr>
            <a:spLocks noChangeArrowheads="1"/>
          </p:cNvSpPr>
          <p:nvPr/>
        </p:nvSpPr>
        <p:spPr bwMode="gray">
          <a:xfrm>
            <a:off x="10837333" y="6386513"/>
            <a:ext cx="675217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4" name="Rectangle 166"/>
          <p:cNvSpPr>
            <a:spLocks noChangeArrowheads="1"/>
          </p:cNvSpPr>
          <p:nvPr/>
        </p:nvSpPr>
        <p:spPr bwMode="gray">
          <a:xfrm>
            <a:off x="6788151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5" name="Rectangle 167"/>
          <p:cNvSpPr>
            <a:spLocks noChangeArrowheads="1"/>
          </p:cNvSpPr>
          <p:nvPr/>
        </p:nvSpPr>
        <p:spPr bwMode="gray">
          <a:xfrm>
            <a:off x="8140700" y="6386513"/>
            <a:ext cx="677333" cy="471487"/>
          </a:xfrm>
          <a:prstGeom prst="rect">
            <a:avLst/>
          </a:prstGeom>
          <a:solidFill>
            <a:schemeClr val="folHlink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6" name="Rectangle 168"/>
          <p:cNvSpPr>
            <a:spLocks noChangeArrowheads="1"/>
          </p:cNvSpPr>
          <p:nvPr/>
        </p:nvSpPr>
        <p:spPr bwMode="gray">
          <a:xfrm>
            <a:off x="5425017" y="6386513"/>
            <a:ext cx="679449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7" name="Rectangle 169"/>
          <p:cNvSpPr>
            <a:spLocks noChangeArrowheads="1"/>
          </p:cNvSpPr>
          <p:nvPr/>
        </p:nvSpPr>
        <p:spPr bwMode="gray">
          <a:xfrm>
            <a:off x="10818284" y="5440363"/>
            <a:ext cx="675216" cy="473075"/>
          </a:xfrm>
          <a:prstGeom prst="rect">
            <a:avLst/>
          </a:prstGeom>
          <a:solidFill>
            <a:schemeClr val="folHlink">
              <a:alpha val="10196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8" name="Rectangle 170"/>
          <p:cNvSpPr>
            <a:spLocks noChangeArrowheads="1"/>
          </p:cNvSpPr>
          <p:nvPr/>
        </p:nvSpPr>
        <p:spPr bwMode="gray">
          <a:xfrm>
            <a:off x="6100233" y="4965700"/>
            <a:ext cx="675217" cy="469900"/>
          </a:xfrm>
          <a:prstGeom prst="rect">
            <a:avLst/>
          </a:prstGeom>
          <a:solidFill>
            <a:srgbClr val="DDDDDD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49" name="Rectangle 171"/>
          <p:cNvSpPr>
            <a:spLocks noChangeArrowheads="1"/>
          </p:cNvSpPr>
          <p:nvPr/>
        </p:nvSpPr>
        <p:spPr bwMode="gray">
          <a:xfrm>
            <a:off x="9484784" y="6384925"/>
            <a:ext cx="677333" cy="471488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3" name="Rectangle 173"/>
          <p:cNvSpPr>
            <a:spLocks noChangeArrowheads="1"/>
          </p:cNvSpPr>
          <p:nvPr/>
        </p:nvSpPr>
        <p:spPr bwMode="gray">
          <a:xfrm>
            <a:off x="4741333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1" name="Rectangle 174"/>
          <p:cNvSpPr>
            <a:spLocks noChangeArrowheads="1"/>
          </p:cNvSpPr>
          <p:nvPr/>
        </p:nvSpPr>
        <p:spPr bwMode="gray">
          <a:xfrm>
            <a:off x="4051300" y="5440363"/>
            <a:ext cx="675217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2" name="Rectangle 176"/>
          <p:cNvSpPr>
            <a:spLocks noChangeArrowheads="1"/>
          </p:cNvSpPr>
          <p:nvPr/>
        </p:nvSpPr>
        <p:spPr bwMode="gray">
          <a:xfrm>
            <a:off x="4741333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3" name="Rectangle 177"/>
          <p:cNvSpPr>
            <a:spLocks noChangeArrowheads="1"/>
          </p:cNvSpPr>
          <p:nvPr/>
        </p:nvSpPr>
        <p:spPr bwMode="gray">
          <a:xfrm>
            <a:off x="4061884" y="6386513"/>
            <a:ext cx="677333" cy="471487"/>
          </a:xfrm>
          <a:prstGeom prst="rect">
            <a:avLst/>
          </a:prstGeom>
          <a:solidFill>
            <a:schemeClr val="folHlink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4" name="Rectangle 181"/>
          <p:cNvSpPr>
            <a:spLocks noChangeArrowheads="1"/>
          </p:cNvSpPr>
          <p:nvPr/>
        </p:nvSpPr>
        <p:spPr bwMode="gray">
          <a:xfrm>
            <a:off x="2032000" y="5918200"/>
            <a:ext cx="675217" cy="469900"/>
          </a:xfrm>
          <a:prstGeom prst="rect">
            <a:avLst/>
          </a:prstGeom>
          <a:solidFill>
            <a:schemeClr val="accent2">
              <a:alpha val="20000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5" name="Rectangle 182"/>
          <p:cNvSpPr>
            <a:spLocks noChangeArrowheads="1"/>
          </p:cNvSpPr>
          <p:nvPr/>
        </p:nvSpPr>
        <p:spPr bwMode="gray">
          <a:xfrm>
            <a:off x="33866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6" name="Rectangle 183"/>
          <p:cNvSpPr>
            <a:spLocks noChangeArrowheads="1"/>
          </p:cNvSpPr>
          <p:nvPr/>
        </p:nvSpPr>
        <p:spPr bwMode="gray">
          <a:xfrm>
            <a:off x="2698751" y="5440363"/>
            <a:ext cx="675216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7" name="Rectangle 184"/>
          <p:cNvSpPr>
            <a:spLocks noChangeArrowheads="1"/>
          </p:cNvSpPr>
          <p:nvPr/>
        </p:nvSpPr>
        <p:spPr bwMode="gray">
          <a:xfrm>
            <a:off x="681567" y="5918200"/>
            <a:ext cx="675217" cy="469900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8" name="Rectangle 185"/>
          <p:cNvSpPr>
            <a:spLocks noChangeArrowheads="1"/>
          </p:cNvSpPr>
          <p:nvPr/>
        </p:nvSpPr>
        <p:spPr bwMode="gray">
          <a:xfrm>
            <a:off x="6351" y="5440363"/>
            <a:ext cx="675216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59" name="Rectangle 186"/>
          <p:cNvSpPr>
            <a:spLocks noChangeArrowheads="1"/>
          </p:cNvSpPr>
          <p:nvPr/>
        </p:nvSpPr>
        <p:spPr bwMode="gray">
          <a:xfrm>
            <a:off x="1344084" y="5440363"/>
            <a:ext cx="677333" cy="473075"/>
          </a:xfrm>
          <a:prstGeom prst="rect">
            <a:avLst/>
          </a:prstGeom>
          <a:solidFill>
            <a:srgbClr val="DDDDDD">
              <a:alpha val="10196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0" name="Rectangle 187"/>
          <p:cNvSpPr>
            <a:spLocks noChangeArrowheads="1"/>
          </p:cNvSpPr>
          <p:nvPr/>
        </p:nvSpPr>
        <p:spPr bwMode="gray">
          <a:xfrm>
            <a:off x="2019300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1" name="Rectangle 188"/>
          <p:cNvSpPr>
            <a:spLocks noChangeArrowheads="1"/>
          </p:cNvSpPr>
          <p:nvPr/>
        </p:nvSpPr>
        <p:spPr bwMode="gray">
          <a:xfrm>
            <a:off x="3376084" y="4972050"/>
            <a:ext cx="677333" cy="473075"/>
          </a:xfrm>
          <a:prstGeom prst="rect">
            <a:avLst/>
          </a:prstGeom>
          <a:solidFill>
            <a:srgbClr val="EAEAEA">
              <a:alpha val="5098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2" name="Rectangle 189"/>
          <p:cNvSpPr>
            <a:spLocks noChangeArrowheads="1"/>
          </p:cNvSpPr>
          <p:nvPr/>
        </p:nvSpPr>
        <p:spPr bwMode="gray">
          <a:xfrm>
            <a:off x="681567" y="4972050"/>
            <a:ext cx="675217" cy="473075"/>
          </a:xfrm>
          <a:prstGeom prst="rect">
            <a:avLst/>
          </a:prstGeom>
          <a:solidFill>
            <a:schemeClr val="folHlink">
              <a:alpha val="5098"/>
            </a:scheme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3" name="Rectangle 190"/>
          <p:cNvSpPr>
            <a:spLocks noChangeArrowheads="1"/>
          </p:cNvSpPr>
          <p:nvPr/>
        </p:nvSpPr>
        <p:spPr bwMode="gray">
          <a:xfrm>
            <a:off x="16933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4" name="Rectangle 191"/>
          <p:cNvSpPr>
            <a:spLocks noChangeArrowheads="1"/>
          </p:cNvSpPr>
          <p:nvPr/>
        </p:nvSpPr>
        <p:spPr bwMode="gray">
          <a:xfrm>
            <a:off x="1354667" y="6386513"/>
            <a:ext cx="677333" cy="471487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065" name="Rectangle 192"/>
          <p:cNvSpPr>
            <a:spLocks noChangeArrowheads="1"/>
          </p:cNvSpPr>
          <p:nvPr/>
        </p:nvSpPr>
        <p:spPr bwMode="gray">
          <a:xfrm>
            <a:off x="2698751" y="6384925"/>
            <a:ext cx="675216" cy="471488"/>
          </a:xfrm>
          <a:prstGeom prst="rect">
            <a:avLst/>
          </a:prstGeom>
          <a:solidFill>
            <a:srgbClr val="DDDDDD">
              <a:alpha val="20000"/>
            </a:srgbClr>
          </a:solidFill>
          <a:ln w="9525">
            <a:solidFill>
              <a:srgbClr val="DDDDDD">
                <a:alpha val="59999"/>
              </a:srgbClr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" name="Rectangle 194"/>
          <p:cNvSpPr>
            <a:spLocks noChangeArrowheads="1"/>
          </p:cNvSpPr>
          <p:nvPr/>
        </p:nvSpPr>
        <p:spPr bwMode="gray">
          <a:xfrm>
            <a:off x="0" y="4908550"/>
            <a:ext cx="12192000" cy="1477963"/>
          </a:xfrm>
          <a:prstGeom prst="rect">
            <a:avLst/>
          </a:prstGeom>
          <a:gradFill rotWithShape="1">
            <a:gsLst>
              <a:gs pos="0">
                <a:schemeClr val="bg1">
                  <a:alpha val="89999"/>
                </a:schemeClr>
              </a:gs>
              <a:gs pos="100000">
                <a:schemeClr val="bg1">
                  <a:gamma/>
                  <a:tint val="0"/>
                  <a:invGamma/>
                  <a:alpha val="0"/>
                </a:schemeClr>
              </a:gs>
            </a:gsLst>
            <a:lin ang="54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>
              <a:defRPr/>
            </a:pPr>
            <a:endParaRPr lang="zh-CN" altLang="en-US"/>
          </a:p>
        </p:txBody>
      </p:sp>
      <p:sp>
        <p:nvSpPr>
          <p:cNvPr id="1067" name="Rectangle 3"/>
          <p:cNvSpPr>
            <a:spLocks noGrp="1" noChangeArrowheads="1"/>
          </p:cNvSpPr>
          <p:nvPr>
            <p:ph type="body" idx="1"/>
          </p:nvPr>
        </p:nvSpPr>
        <p:spPr bwMode="gray">
          <a:xfrm>
            <a:off x="609600" y="1600200"/>
            <a:ext cx="10972800" cy="472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 smtClean="0"/>
          </a:p>
        </p:txBody>
      </p:sp>
      <p:grpSp>
        <p:nvGrpSpPr>
          <p:cNvPr id="1068" name="Group 195"/>
          <p:cNvGrpSpPr/>
          <p:nvPr/>
        </p:nvGrpSpPr>
        <p:grpSpPr bwMode="auto">
          <a:xfrm>
            <a:off x="0" y="357188"/>
            <a:ext cx="1543051" cy="1123950"/>
            <a:chOff x="-9" y="1395"/>
            <a:chExt cx="2985" cy="2898"/>
          </a:xfrm>
        </p:grpSpPr>
        <p:pic>
          <p:nvPicPr>
            <p:cNvPr id="1075" name="Picture 196" descr="pan01"/>
            <p:cNvPicPr>
              <a:picLocks noChangeAspect="1" noChangeArrowheads="1"/>
            </p:cNvPicPr>
            <p:nvPr/>
          </p:nvPicPr>
          <p:blipFill>
            <a:blip r:embed="rId3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46681" r="2339"/>
            <a:stretch>
              <a:fillRect/>
            </a:stretch>
          </p:blipFill>
          <p:spPr bwMode="gray">
            <a:xfrm>
              <a:off x="0" y="1395"/>
              <a:ext cx="2976" cy="289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21" name="Freeform 197"/>
            <p:cNvSpPr/>
            <p:nvPr/>
          </p:nvSpPr>
          <p:spPr bwMode="gray">
            <a:xfrm>
              <a:off x="-9" y="1493"/>
              <a:ext cx="2841" cy="2599"/>
            </a:xfrm>
            <a:custGeom>
              <a:avLst/>
              <a:gdLst>
                <a:gd name="T0" fmla="*/ 0 w 2841"/>
                <a:gd name="T1" fmla="*/ 18 h 2599"/>
                <a:gd name="T2" fmla="*/ 2841 w 2841"/>
                <a:gd name="T3" fmla="*/ 0 h 2599"/>
                <a:gd name="T4" fmla="*/ 1294 w 2841"/>
                <a:gd name="T5" fmla="*/ 2597 h 2599"/>
                <a:gd name="T6" fmla="*/ 2 w 2841"/>
                <a:gd name="T7" fmla="*/ 2599 h 2599"/>
                <a:gd name="T8" fmla="*/ 0 w 2841"/>
                <a:gd name="T9" fmla="*/ 18 h 259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2841" h="2599">
                  <a:moveTo>
                    <a:pt x="0" y="18"/>
                  </a:moveTo>
                  <a:lnTo>
                    <a:pt x="2841" y="0"/>
                  </a:lnTo>
                  <a:lnTo>
                    <a:pt x="1294" y="2597"/>
                  </a:lnTo>
                  <a:lnTo>
                    <a:pt x="2" y="2599"/>
                  </a:lnTo>
                  <a:lnTo>
                    <a:pt x="0" y="18"/>
                  </a:lnTo>
                  <a:close/>
                </a:path>
              </a:pathLst>
            </a:custGeom>
            <a:blipFill dpi="0" rotWithShape="1">
              <a:blip r:embed="rId35"/>
              <a:srcRect/>
              <a:stretch>
                <a:fillRect r="-15708"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>
              <a:lvl1pPr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eaLnBrk="0" hangingPunct="0"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b="1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defRPr/>
              </a:pPr>
              <a:endParaRPr lang="zh-CN" altLang="en-US" smtClean="0"/>
            </a:p>
          </p:txBody>
        </p:sp>
      </p:grpSp>
      <p:grpSp>
        <p:nvGrpSpPr>
          <p:cNvPr id="1069" name="Group 198"/>
          <p:cNvGrpSpPr/>
          <p:nvPr/>
        </p:nvGrpSpPr>
        <p:grpSpPr bwMode="auto">
          <a:xfrm>
            <a:off x="-8467" y="195263"/>
            <a:ext cx="1409700" cy="1143000"/>
            <a:chOff x="0" y="1039"/>
            <a:chExt cx="2681" cy="2897"/>
          </a:xfrm>
        </p:grpSpPr>
        <p:pic>
          <p:nvPicPr>
            <p:cNvPr id="1073" name="Picture 199" descr="pan01"/>
            <p:cNvPicPr>
              <a:picLocks noChangeAspect="1" noChangeArrowheads="1"/>
            </p:cNvPicPr>
            <p:nvPr userDrawn="1"/>
          </p:nvPicPr>
          <p:blipFill>
            <a:blip r:embed="rId3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730" r="2339"/>
            <a:stretch>
              <a:fillRect/>
            </a:stretch>
          </p:blipFill>
          <p:spPr bwMode="gray">
            <a:xfrm>
              <a:off x="0" y="1039"/>
              <a:ext cx="2681" cy="28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4" name="Freeform 200" descr="wiz_gold04"/>
            <p:cNvSpPr/>
            <p:nvPr userDrawn="1"/>
          </p:nvSpPr>
          <p:spPr bwMode="gray">
            <a:xfrm>
              <a:off x="0" y="1137"/>
              <a:ext cx="2537" cy="2600"/>
            </a:xfrm>
            <a:custGeom>
              <a:avLst/>
              <a:gdLst>
                <a:gd name="T0" fmla="*/ 0 w 2537"/>
                <a:gd name="T1" fmla="*/ 0 h 2600"/>
                <a:gd name="T2" fmla="*/ 2537 w 2537"/>
                <a:gd name="T3" fmla="*/ 1 h 2600"/>
                <a:gd name="T4" fmla="*/ 991 w 2537"/>
                <a:gd name="T5" fmla="*/ 2597 h 2600"/>
                <a:gd name="T6" fmla="*/ 0 w 2537"/>
                <a:gd name="T7" fmla="*/ 2600 h 2600"/>
                <a:gd name="T8" fmla="*/ 0 w 2537"/>
                <a:gd name="T9" fmla="*/ 0 h 260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37" h="2600">
                  <a:moveTo>
                    <a:pt x="0" y="0"/>
                  </a:moveTo>
                  <a:lnTo>
                    <a:pt x="2537" y="1"/>
                  </a:lnTo>
                  <a:lnTo>
                    <a:pt x="991" y="2597"/>
                  </a:lnTo>
                  <a:lnTo>
                    <a:pt x="0" y="2600"/>
                  </a:lnTo>
                  <a:lnTo>
                    <a:pt x="0" y="0"/>
                  </a:lnTo>
                  <a:close/>
                </a:path>
              </a:pathLst>
            </a:custGeom>
            <a:blipFill dpi="0" rotWithShape="1">
              <a:blip r:embed="rId37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1070" name="Group 201"/>
          <p:cNvGrpSpPr/>
          <p:nvPr/>
        </p:nvGrpSpPr>
        <p:grpSpPr bwMode="auto">
          <a:xfrm>
            <a:off x="0" y="0"/>
            <a:ext cx="1244600" cy="1239838"/>
            <a:chOff x="-7" y="240"/>
            <a:chExt cx="2407" cy="3199"/>
          </a:xfrm>
        </p:grpSpPr>
        <p:pic>
          <p:nvPicPr>
            <p:cNvPr id="1071" name="Picture 202" descr="pan01"/>
            <p:cNvPicPr>
              <a:picLocks noChangeAspect="1" noChangeArrowheads="1"/>
            </p:cNvPicPr>
            <p:nvPr userDrawn="1"/>
          </p:nvPicPr>
          <p:blipFill>
            <a:blip r:embed="rId3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0431" r="2339"/>
            <a:stretch>
              <a:fillRect/>
            </a:stretch>
          </p:blipFill>
          <p:spPr bwMode="gray">
            <a:xfrm>
              <a:off x="0" y="240"/>
              <a:ext cx="2400" cy="319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72" name="Freeform 203" descr="wiz_gold01"/>
            <p:cNvSpPr/>
            <p:nvPr userDrawn="1"/>
          </p:nvSpPr>
          <p:spPr bwMode="gray">
            <a:xfrm>
              <a:off x="-7" y="348"/>
              <a:ext cx="2247" cy="2874"/>
            </a:xfrm>
            <a:custGeom>
              <a:avLst/>
              <a:gdLst>
                <a:gd name="T0" fmla="*/ 7 w 2247"/>
                <a:gd name="T1" fmla="*/ 0 h 2874"/>
                <a:gd name="T2" fmla="*/ 2247 w 2247"/>
                <a:gd name="T3" fmla="*/ 0 h 2874"/>
                <a:gd name="T4" fmla="*/ 540 w 2247"/>
                <a:gd name="T5" fmla="*/ 2868 h 2874"/>
                <a:gd name="T6" fmla="*/ 0 w 2247"/>
                <a:gd name="T7" fmla="*/ 2874 h 2874"/>
                <a:gd name="T8" fmla="*/ 7 w 2247"/>
                <a:gd name="T9" fmla="*/ 0 h 287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47" h="2874">
                  <a:moveTo>
                    <a:pt x="7" y="0"/>
                  </a:moveTo>
                  <a:lnTo>
                    <a:pt x="2247" y="0"/>
                  </a:lnTo>
                  <a:lnTo>
                    <a:pt x="540" y="2868"/>
                  </a:lnTo>
                  <a:lnTo>
                    <a:pt x="0" y="2874"/>
                  </a:lnTo>
                  <a:lnTo>
                    <a:pt x="7" y="0"/>
                  </a:lnTo>
                  <a:close/>
                </a:path>
              </a:pathLst>
            </a:custGeom>
            <a:blipFill dpi="0" rotWithShape="1">
              <a:blip r:embed="rId39"/>
              <a:srcRect/>
              <a:stretch>
                <a:fillRect/>
              </a:stretch>
            </a:blip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</p:sldLayoutIdLst>
  <p:transition/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 b="1">
          <a:solidFill>
            <a:srgbClr val="FFFFFF"/>
          </a:solidFill>
          <a:latin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.xml"/><Relationship Id="rId7" Type="http://schemas.openxmlformats.org/officeDocument/2006/relationships/tags" Target="../tags/tag4.xml"/><Relationship Id="rId6" Type="http://schemas.openxmlformats.org/officeDocument/2006/relationships/slide" Target="slide17.xml"/><Relationship Id="rId5" Type="http://schemas.openxmlformats.org/officeDocument/2006/relationships/slide" Target="slide13.xml"/><Relationship Id="rId4" Type="http://schemas.openxmlformats.org/officeDocument/2006/relationships/slide" Target="slide11.xml"/><Relationship Id="rId3" Type="http://schemas.openxmlformats.org/officeDocument/2006/relationships/slide" Target="slide8.xml"/><Relationship Id="rId2" Type="http://schemas.openxmlformats.org/officeDocument/2006/relationships/slide" Target="slide6.xml"/><Relationship Id="rId1" Type="http://schemas.openxmlformats.org/officeDocument/2006/relationships/slide" Target="slide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5.xml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4.xml"/><Relationship Id="rId2" Type="http://schemas.openxmlformats.org/officeDocument/2006/relationships/tags" Target="../tags/tag6.xml"/><Relationship Id="rId1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tags" Target="../tags/tag7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8.xml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tags" Target="../tags/tag10.xml"/><Relationship Id="rId1" Type="http://schemas.openxmlformats.org/officeDocument/2006/relationships/tags" Target="../tags/tag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4.xml"/><Relationship Id="rId1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4.png"/><Relationship Id="rId8" Type="http://schemas.openxmlformats.org/officeDocument/2006/relationships/tags" Target="../tags/tag17.xml"/><Relationship Id="rId7" Type="http://schemas.microsoft.com/office/2007/relationships/media" Target="../media/media1.mp4"/><Relationship Id="rId6" Type="http://schemas.openxmlformats.org/officeDocument/2006/relationships/video" Target="../media/media1.mp4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1" Type="http://schemas.openxmlformats.org/officeDocument/2006/relationships/slideLayout" Target="../slideLayouts/slideLayout6.xml"/><Relationship Id="rId10" Type="http://schemas.openxmlformats.org/officeDocument/2006/relationships/tags" Target="../tags/tag18.xml"/><Relationship Id="rId1" Type="http://schemas.openxmlformats.org/officeDocument/2006/relationships/diagramData" Target="../diagrams/data1.xml"/></Relationships>
</file>

<file path=ppt/slides/_rels/slide1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0.xml"/><Relationship Id="rId6" Type="http://schemas.openxmlformats.org/officeDocument/2006/relationships/tags" Target="../tags/tag19.xml"/><Relationship Id="rId5" Type="http://schemas.microsoft.com/office/2007/relationships/diagramDrawing" Target="../diagrams/drawing2.xml"/><Relationship Id="rId4" Type="http://schemas.openxmlformats.org/officeDocument/2006/relationships/diagramColors" Target="../diagrams/colors2.xml"/><Relationship Id="rId3" Type="http://schemas.openxmlformats.org/officeDocument/2006/relationships/diagramQuickStyle" Target="../diagrams/quickStyle2.xml"/><Relationship Id="rId2" Type="http://schemas.openxmlformats.org/officeDocument/2006/relationships/diagramLayout" Target="../diagrams/layout2.xml"/><Relationship Id="rId1" Type="http://schemas.openxmlformats.org/officeDocument/2006/relationships/diagramData" Target="../diagrams/data2.xml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4.xml"/><Relationship Id="rId3" Type="http://schemas.openxmlformats.org/officeDocument/2006/relationships/tags" Target="../tags/tag21.xml"/><Relationship Id="rId2" Type="http://schemas.openxmlformats.org/officeDocument/2006/relationships/tags" Target="../tags/tag20.xml"/><Relationship Id="rId1" Type="http://schemas.openxmlformats.org/officeDocument/2006/relationships/chart" Target="../charts/char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2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2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>
            <a:scene3d>
              <a:camera prst="orthographicFront"/>
              <a:lightRig rig="threePt" dir="t"/>
            </a:scene3d>
          </a:bodyPr>
          <a:p>
            <a:r>
              <a:rPr lang="zh-CN" altLang="zh-CN" sz="660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uFillTx/>
                <a:ea typeface="隶书" panose="02010509060101010101" charset="-122"/>
              </a:rPr>
              <a:t>理财有道</a:t>
            </a:r>
            <a:endParaRPr lang="zh-CN" altLang="zh-CN" sz="660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uFillTx/>
              <a:ea typeface="隶书" panose="02010509060101010101" charset="-122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r>
              <a:rPr lang="zh-CN" altLang="en-US" sz="3600">
                <a:solidFill>
                  <a:schemeClr val="bg2"/>
                </a:solidFill>
                <a:latin typeface="黑体" panose="02010609060101010101" charset="-122"/>
                <a:ea typeface="黑体" panose="02010609060101010101" charset="-122"/>
              </a:rPr>
              <a:t>说课比赛</a:t>
            </a:r>
            <a:endParaRPr lang="zh-CN" altLang="en-US" sz="3600">
              <a:solidFill>
                <a:schemeClr val="bg2"/>
              </a:solidFill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3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2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900" decel="100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3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900" decel="100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3" grpId="0" animBg="1" build="p"/>
      <p:bldP spid="3" grpId="1" animBg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目录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>
                <a:hlinkClick r:id="rId1" action="ppaction://hlinksldjump"/>
              </a:rPr>
              <a:t>教材分析</a:t>
            </a:r>
            <a:endParaRPr lang="zh-CN" altLang="en-US"/>
          </a:p>
          <a:p>
            <a:r>
              <a:rPr lang="zh-CN" altLang="en-US">
                <a:hlinkClick r:id="rId2" action="ppaction://hlinksldjump"/>
              </a:rPr>
              <a:t>学情分析</a:t>
            </a:r>
            <a:endParaRPr lang="zh-CN" altLang="en-US"/>
          </a:p>
          <a:p>
            <a:r>
              <a:rPr lang="zh-CN" altLang="en-US">
                <a:hlinkClick r:id="rId3" action="ppaction://hlinksldjump"/>
              </a:rPr>
              <a:t>教学目标</a:t>
            </a:r>
            <a:endParaRPr lang="zh-CN" altLang="en-US"/>
          </a:p>
          <a:p>
            <a:r>
              <a:rPr lang="zh-CN" altLang="en-US">
                <a:hlinkClick r:id="rId4" action="ppaction://hlinksldjump"/>
              </a:rPr>
              <a:t>教学策略</a:t>
            </a:r>
            <a:endParaRPr lang="zh-CN" altLang="en-US"/>
          </a:p>
          <a:p>
            <a:r>
              <a:rPr lang="zh-CN" altLang="en-US">
                <a:hlinkClick r:id="rId5" action="ppaction://hlinksldjump"/>
              </a:rPr>
              <a:t>教学过程</a:t>
            </a:r>
            <a:endParaRPr lang="zh-CN" altLang="en-US"/>
          </a:p>
          <a:p>
            <a:r>
              <a:rPr lang="zh-CN" altLang="en-US">
                <a:hlinkClick r:id="rId6" action="ppaction://hlinksldjump"/>
              </a:rPr>
              <a:t>教学创新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7"/>
    </p:custDataLst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  <p:sp>
        <p:nvSpPr>
          <p:cNvPr id="10" name="文本占位符 9"/>
          <p:cNvSpPr/>
          <p:nvPr>
            <p:ph type="body" idx="1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pic>
        <p:nvPicPr>
          <p:cNvPr id="4" name="图片 3" descr="教材1"/>
          <p:cNvPicPr/>
          <p:nvPr/>
        </p:nvPicPr>
        <p:blipFill>
          <a:blip r:embed="rId1"/>
          <a:stretch>
            <a:fillRect/>
          </a:stretch>
        </p:blipFill>
        <p:spPr>
          <a:xfrm rot="660000">
            <a:off x="4968000" y="1269000"/>
            <a:ext cx="4500000" cy="5076000"/>
          </a:xfrm>
          <a:prstGeom prst="rect">
            <a:avLst/>
          </a:prstGeom>
          <a:effectLst>
            <a:glow rad="63500">
              <a:schemeClr val="accent4">
                <a:satMod val="175000"/>
                <a:alpha val="40000"/>
              </a:schemeClr>
            </a:glow>
          </a:effectLst>
        </p:spPr>
      </p:pic>
    </p:spTree>
    <p:custDataLst>
      <p:tags r:id="rId2"/>
    </p:custData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教材分析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half" idx="1"/>
          </p:nvPr>
        </p:nvSpPr>
        <p:spPr/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lIns="269875" tIns="136525" rIns="269875" bIns="136525"/>
          <a:p>
            <a:r>
              <a:rPr lang="zh-CN" altLang="en-US">
                <a:sym typeface="+mn-ea"/>
              </a:rPr>
              <a:t>第1课 商品的交换和消费</a:t>
            </a:r>
            <a:endParaRPr lang="zh-CN" altLang="en-US"/>
          </a:p>
          <a:p>
            <a:r>
              <a:rPr lang="zh-CN" altLang="en-US">
                <a:sym typeface="+mn-ea"/>
              </a:rPr>
              <a:t>第2课 企业的生产与经营</a:t>
            </a:r>
            <a:endParaRPr lang="zh-CN" altLang="en-US"/>
          </a:p>
          <a:p>
            <a:r>
              <a:rPr lang="zh-CN" altLang="en-US">
                <a:sym typeface="+mn-ea"/>
              </a:rPr>
              <a:t>第3课 个人的收入与理财</a:t>
            </a:r>
            <a:endParaRPr lang="zh-CN" altLang="en-US"/>
          </a:p>
          <a:p>
            <a:r>
              <a:rPr lang="zh-CN" altLang="en-US">
                <a:sym typeface="+mn-ea"/>
              </a:rPr>
              <a:t>活动与探究 科学消费 理财有道</a:t>
            </a:r>
            <a:endParaRPr lang="zh-CN" altLang="en-US"/>
          </a:p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pic>
        <p:nvPicPr>
          <p:cNvPr id="7" name="内容占位符 6" descr="教材2"/>
          <p:cNvPicPr>
            <a:picLocks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 rot="20700000">
            <a:off x="6861810" y="1080000"/>
            <a:ext cx="4944000" cy="5760000"/>
          </a:xfrm>
          <a:prstGeom prst="rect">
            <a:avLst/>
          </a:prstGeom>
          <a:effectLst>
            <a:softEdge rad="63500"/>
          </a:effectLst>
        </p:spPr>
      </p:pic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6" name="图片 5"/>
          <p:cNvPicPr/>
          <p:nvPr/>
        </p:nvPicPr>
        <p:blipFill>
          <a:blip r:embed="rId1"/>
          <a:stretch>
            <a:fillRect/>
          </a:stretch>
        </p:blipFill>
        <p:spPr>
          <a:xfrm>
            <a:off x="5537835" y="4926965"/>
            <a:ext cx="3960000" cy="1512000"/>
          </a:xfrm>
          <a:prstGeom prst="rect">
            <a:avLst/>
          </a:prstGeom>
        </p:spPr>
      </p:pic>
      <p:pic>
        <p:nvPicPr>
          <p:cNvPr id="8" name="图片 7"/>
          <p:cNvPicPr/>
          <p:nvPr/>
        </p:nvPicPr>
        <p:blipFill>
          <a:blip r:embed="rId2"/>
          <a:stretch>
            <a:fillRect/>
          </a:stretch>
        </p:blipFill>
        <p:spPr>
          <a:xfrm>
            <a:off x="3203575" y="495300"/>
            <a:ext cx="3960000" cy="1512000"/>
          </a:xfrm>
          <a:prstGeom prst="rect">
            <a:avLst/>
          </a:prstGeom>
        </p:spPr>
      </p:pic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pic>
        <p:nvPicPr>
          <p:cNvPr id="4" name="图片 3" descr="图片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52000" y="2088000"/>
            <a:ext cx="4762011" cy="2376000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xit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6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8" presetClass="exit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amond(out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p>
            <a:r>
              <a:rPr lang="zh-CN" altLang="en-US">
                <a:sym typeface="+mn-ea"/>
              </a:rPr>
              <a:t>学情分析</a:t>
            </a:r>
            <a:endParaRPr lang="zh-CN" altLang="en-US" b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学情分析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学情分析</a:t>
            </a:r>
            <a:endParaRPr lang="en-US" altLang="zh-CN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graphicFrame>
        <p:nvGraphicFramePr>
          <p:cNvPr id="5" name="表格 4"/>
          <p:cNvGraphicFramePr/>
          <p:nvPr>
            <p:custDataLst>
              <p:tags r:id="rId1"/>
            </p:custDataLst>
          </p:nvPr>
        </p:nvGraphicFramePr>
        <p:xfrm>
          <a:off x="1236028" y="1417320"/>
          <a:ext cx="9720000" cy="4023360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3960000"/>
                <a:gridCol w="5760000"/>
              </a:tblGrid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分析项目</a:t>
                      </a:r>
                      <a:endParaRPr lang="zh-CN" altLang="en-US" sz="2400"/>
                    </a:p>
                  </a:txBody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实际情况</a:t>
                      </a:r>
                      <a:endParaRPr lang="zh-CN" altLang="en-US" sz="2400"/>
                    </a:p>
                  </a:txBody>
                  <a:tcPr marL="137160" marR="137160" marT="137160" marB="137160"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学生基本情况</a:t>
                      </a:r>
                      <a:endParaRPr lang="zh-CN" altLang="en-US" sz="2400"/>
                    </a:p>
                  </a:txBody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dirty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专业二年级学生</a:t>
                      </a:r>
                      <a:endParaRPr lang="zh-CN" altLang="en-US" sz="2400" dirty="0">
                        <a:ln>
                          <a:prstDash val="solid"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>
                          <a:reflection blurRad="6350" stA="50000" endA="300" endPos="50000" dist="29997" dir="5400000" sy="-100000" algn="bl" rotWithShape="0"/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37160" marR="137160" marT="137160" marB="137160"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目前思想状况</a:t>
                      </a:r>
                      <a:endParaRPr lang="zh-CN" altLang="en-US" sz="2400"/>
                    </a:p>
                  </a:txBody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dirty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思维活跃</a:t>
                      </a:r>
                      <a:r>
                        <a:rPr lang="zh-CN" altLang="en-US" sz="2400" dirty="0" smtClean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、热爱专业</a:t>
                      </a:r>
                      <a:endParaRPr lang="zh-CN" altLang="en-US" sz="2400" dirty="0">
                        <a:ln>
                          <a:prstDash val="solid"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>
                          <a:reflection blurRad="6350" stA="50000" endA="300" endPos="50000" dist="29997" dir="5400000" sy="-100000" algn="bl" rotWithShape="0"/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  <a:sym typeface="+mn-ea"/>
                      </a:endParaRPr>
                    </a:p>
                  </a:txBody>
                  <a:tcPr marL="137160" marR="137160" marT="137160" marB="137160" anchor="ctr" anchorCtr="0"/>
                </a:tc>
              </a:tr>
              <a:tr h="100584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/>
                        <a:t>目前学习能力状况</a:t>
                      </a:r>
                      <a:endParaRPr lang="zh-CN" altLang="en-US" sz="2400"/>
                    </a:p>
                  </a:txBody>
                  <a:tcPr marL="137160" marR="137160" marT="137160" marB="137160"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 sz="2400" dirty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了解投资理财方式</a:t>
                      </a:r>
                      <a:endParaRPr lang="en-US" altLang="zh-CN" sz="2400" dirty="0">
                        <a:ln>
                          <a:prstDash val="solid"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>
                          <a:reflection blurRad="6350" stA="50000" endA="300" endPos="50000" dist="29997" dir="5400000" sy="-100000" algn="bl" rotWithShape="0"/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>
                        <a:buNone/>
                      </a:pPr>
                      <a:r>
                        <a:rPr lang="zh-CN" altLang="zh-CN" sz="2400" dirty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综合</a:t>
                      </a:r>
                      <a:r>
                        <a:rPr lang="zh-CN" altLang="zh-CN" sz="2400" dirty="0" smtClean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比较、</a:t>
                      </a:r>
                      <a:r>
                        <a:rPr lang="zh-CN" altLang="zh-CN" sz="2400" dirty="0">
                          <a:ln>
                            <a:prstDash val="solid"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>
                            <a:reflection blurRad="6350" stA="50000" endA="300" endPos="50000" dist="29997" dir="5400000" sy="-100000" algn="bl" rotWithShape="0"/>
                          </a:effectLst>
                          <a:latin typeface="微软雅黑" panose="020B0503020204020204" pitchFamily="34" charset="-122"/>
                          <a:ea typeface="微软雅黑" panose="020B0503020204020204" pitchFamily="34" charset="-122"/>
                          <a:sym typeface="+mn-ea"/>
                        </a:rPr>
                        <a:t>知识应用不足</a:t>
                      </a:r>
                      <a:endParaRPr lang="zh-CN" altLang="en-US" sz="2400" dirty="0">
                        <a:ln>
                          <a:prstDash val="solid"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>
                          <a:reflection blurRad="6350" stA="50000" endA="300" endPos="50000" dist="29997" dir="5400000" sy="-100000" algn="bl" rotWithShape="0"/>
                        </a:effectLst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137160" marR="137160" marT="137160" marB="137160" anchor="ctr" anchorCtr="0"/>
                </a:tc>
              </a:tr>
            </a:tbl>
          </a:graphicData>
        </a:graphic>
      </p:graphicFrame>
    </p:spTree>
    <p:custDataLst>
      <p:tags r:id="rId2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</a:rPr>
              <a:t>认知目标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巩固存款储蓄、债券、股票、商业保险的异同，理解理财原则。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0" algn="l">
              <a:buClrTx/>
              <a:buSzTx/>
            </a:pPr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情感态度观念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增强理财意识， 形成正确的理财观念。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0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运用目标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  <a:sym typeface="+mn-ea"/>
            </a:endParaRPr>
          </a:p>
          <a:p>
            <a:pPr lvl="1"/>
            <a:r>
              <a:rPr lang="zh-CN" altLang="en-US" sz="2400" dirty="0" smtClean="0">
                <a:solidFill>
                  <a:schemeClr val="tx2">
                    <a:lumMod val="50000"/>
                  </a:schemeClr>
                </a:solidFill>
                <a:latin typeface="+mn-ea"/>
                <a:ea typeface="+mn-ea"/>
                <a:cs typeface="+mn-ea"/>
                <a:sym typeface="+mn-ea"/>
              </a:rPr>
              <a:t>学会结合职业生涯规划不同阶段的收入,选择理财方式，设计理财方案，让财富增值。</a:t>
            </a:r>
            <a:endParaRPr lang="zh-CN" altLang="en-US" sz="2400" dirty="0" smtClean="0">
              <a:solidFill>
                <a:schemeClr val="tx2">
                  <a:lumMod val="50000"/>
                </a:schemeClr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教学目标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教学重点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  <a:sym typeface="+mn-ea"/>
              </a:rPr>
              <a:t>针对职业生涯不同阶段的收入，设计理财方案。</a:t>
            </a:r>
            <a:endParaRPr lang="zh-CN" altLang="en-US" sz="2000" b="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教学难点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  <a:p>
            <a:pPr lvl="1"/>
            <a:r>
              <a:rPr lang="zh-CN" altLang="en-US" sz="2000" dirty="0" smtClean="0">
                <a:solidFill>
                  <a:schemeClr val="tx2">
                    <a:lumMod val="50000"/>
                  </a:schemeClr>
                </a:solidFill>
                <a:latin typeface="微软雅黑" panose="020B0503020204020204" pitchFamily="34" charset="-122"/>
              </a:rPr>
              <a:t>通过模拟理财实践，总结归纳理财原则。</a:t>
            </a:r>
            <a:endParaRPr lang="zh-CN" altLang="en-US" sz="2000" dirty="0" smtClean="0">
              <a:solidFill>
                <a:schemeClr val="tx2">
                  <a:lumMod val="50000"/>
                </a:schemeClr>
              </a:solidFill>
              <a:latin typeface="微软雅黑" panose="020B0503020204020204" pitchFamily="34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7390" y="2519870"/>
            <a:ext cx="3305034" cy="3302650"/>
          </a:xfrm>
          <a:prstGeom prst="rect">
            <a:avLst/>
          </a:prstGeom>
        </p:spPr>
      </p:pic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2"/>
    </p:custDataLst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教学策略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/>
              <a:t>学法：自主、合作、探究学习</a:t>
            </a:r>
            <a:endParaRPr lang="zh-CN" altLang="en-US"/>
          </a:p>
          <a:p>
            <a:r>
              <a:rPr lang="zh-CN" altLang="en-US"/>
              <a:t>教法：情境模拟法、信息化教学手段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grpSp>
        <p:nvGrpSpPr>
          <p:cNvPr id="24" name="组合 23"/>
          <p:cNvGrpSpPr/>
          <p:nvPr/>
        </p:nvGrpSpPr>
        <p:grpSpPr>
          <a:xfrm rot="399349">
            <a:off x="3024313" y="1351633"/>
            <a:ext cx="1418974" cy="688905"/>
            <a:chOff x="5076056" y="755869"/>
            <a:chExt cx="1418974" cy="688905"/>
          </a:xfrm>
        </p:grpSpPr>
        <p:sp>
          <p:nvSpPr>
            <p:cNvPr id="25" name="流程图: 联系 24"/>
            <p:cNvSpPr/>
            <p:nvPr/>
          </p:nvSpPr>
          <p:spPr>
            <a:xfrm rot="80047">
              <a:off x="5076056" y="987574"/>
              <a:ext cx="457200" cy="457200"/>
            </a:xfrm>
            <a:prstGeom prst="flowChartConnector">
              <a:avLst/>
            </a:prstGeom>
            <a:solidFill>
              <a:schemeClr val="bg1">
                <a:lumMod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 smtClean="0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b="1" dirty="0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 rot="19951459">
              <a:off x="5387034" y="755869"/>
              <a:ext cx="110799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收听讲座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aphicFrame>
        <p:nvGraphicFramePr>
          <p:cNvPr id="5" name="图示 4"/>
          <p:cNvGraphicFramePr/>
          <p:nvPr/>
        </p:nvGraphicFramePr>
        <p:xfrm>
          <a:off x="608330" y="1490345"/>
          <a:ext cx="2218690" cy="5645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pSp>
        <p:nvGrpSpPr>
          <p:cNvPr id="28" name="组合 27"/>
          <p:cNvGrpSpPr/>
          <p:nvPr/>
        </p:nvGrpSpPr>
        <p:grpSpPr>
          <a:xfrm rot="399349">
            <a:off x="4782253" y="1362991"/>
            <a:ext cx="1450205" cy="713179"/>
            <a:chOff x="5116097" y="726922"/>
            <a:chExt cx="1450205" cy="713179"/>
          </a:xfrm>
        </p:grpSpPr>
        <p:sp>
          <p:nvSpPr>
            <p:cNvPr id="29" name="流程图: 联系 28"/>
            <p:cNvSpPr/>
            <p:nvPr/>
          </p:nvSpPr>
          <p:spPr>
            <a:xfrm>
              <a:off x="5116097" y="982901"/>
              <a:ext cx="457200" cy="457200"/>
            </a:xfrm>
            <a:prstGeom prst="flowChartConnector">
              <a:avLst/>
            </a:prstGeom>
            <a:solidFill>
              <a:schemeClr val="tx1">
                <a:lumMod val="50000"/>
                <a:lumOff val="50000"/>
              </a:schemeClr>
            </a:solidFill>
            <a:ln>
              <a:solidFill>
                <a:schemeClr val="bg1">
                  <a:lumMod val="9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b="1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 rot="20056087">
              <a:off x="5394345" y="726922"/>
              <a:ext cx="11719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1pPr>
              <a:lvl2pPr marL="4572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2pPr>
              <a:lvl3pPr marL="9144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3pPr>
              <a:lvl4pPr marL="13716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4pPr>
              <a:lvl5pPr marL="1828800" algn="l" rtl="0" fontAlgn="base">
                <a:spcBef>
                  <a:spcPct val="0"/>
                </a:spcBef>
                <a:spcAft>
                  <a:spcPct val="0"/>
                </a:spcAft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5pPr>
              <a:lvl6pPr marL="22860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6pPr>
              <a:lvl7pPr marL="27432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7pPr>
              <a:lvl8pPr marL="32004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8pPr>
              <a:lvl9pPr marL="3657600" algn="l" defTabSz="914400" rtl="0" eaLnBrk="1" latinLnBrk="0" hangingPunct="1">
                <a:defRPr b="1" kern="1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  <a:cs typeface="+mn-cs"/>
                </a:defRPr>
              </a:lvl9pPr>
            </a:lstStyle>
            <a:p>
              <a:r>
                <a:rPr lang="zh-CN" altLang="en-US" dirty="0" smtClean="0">
                  <a:latin typeface="微软雅黑" panose="020B0503020204020204" pitchFamily="34" charset="-122"/>
                  <a:ea typeface="微软雅黑" panose="020B0503020204020204" pitchFamily="34" charset="-122"/>
                </a:rPr>
                <a:t>论坛投票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pic>
        <p:nvPicPr>
          <p:cNvPr id="4" name="论坛">
            <a:hlinkClick r:id="" action="ppaction://media"/>
          </p:cNvPr>
          <p:cNvPicPr/>
          <p:nvPr>
            <a:videoFile r:link="rId6"/>
            <p:extLst>
              <p:ext uri="{DAA4B4D4-6D71-4841-9C94-3DE7FCFB9230}">
                <p14:media xmlns:p14="http://schemas.microsoft.com/office/powerpoint/2010/main" r:embed="rId7"/>
              </p:ext>
            </p:extLst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2397600" y="2196000"/>
            <a:ext cx="8100000" cy="4284000"/>
          </a:xfrm>
          <a:prstGeom prst="rect">
            <a:avLst/>
          </a:prstGeom>
        </p:spPr>
      </p:pic>
    </p:spTree>
    <p:custDataLst>
      <p:tags r:id="rId10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video fullScrn="1">
              <p:cMediaNode>
                <p:cTn id="2" fill="hold" display="1">
                  <p:stCondLst>
                    <p:cond delay="indefinite"/>
                  </p:stCondLst>
                  <p:endCondLst>
                    <p:cond evt="onNext">
                      <p:tgtEl>
                        <p:sldTgt/>
                      </p:tgtEl>
                    </p:cond>
                    <p:cond evt="onPrev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6" name="文本占位符 5"/>
          <p:cNvSpPr>
            <a:spLocks noGrp="1"/>
          </p:cNvSpPr>
          <p:nvPr>
            <p:ph type="body" orient="vert" idx="1"/>
          </p:nvPr>
        </p:nvSpPr>
        <p:spPr/>
        <p:txBody>
          <a:bodyPr/>
          <a:p>
            <a:r>
              <a:rPr lang="zh-CN" altLang="en-US"/>
              <a:t>两课时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graphicFrame>
        <p:nvGraphicFramePr>
          <p:cNvPr id="5" name="图示 4"/>
          <p:cNvGraphicFramePr/>
          <p:nvPr/>
        </p:nvGraphicFramePr>
        <p:xfrm>
          <a:off x="2032000" y="719455"/>
          <a:ext cx="8128000" cy="541845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</p:spTree>
    <p:custDataLst>
      <p:tags r:id="rId6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0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plus(in)">
                                      <p:cBhvr>
                                        <p:cTn id="7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1" dur="2000" fill="hold"/>
                                        <p:tgtEl>
                                          <p:spTgt spid="5"/>
                                        </p:tgtEl>
                                      </p:cBhvr>
                                      <p:by x="100000" y="2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教学过程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graphicFrame>
        <p:nvGraphicFramePr>
          <p:cNvPr id="7" name="内容占位符 6"/>
          <p:cNvGraphicFramePr/>
          <p:nvPr>
            <p:ph sz="half" idx="1"/>
            <p:custDataLst>
              <p:tags r:id="rId2"/>
            </p:custDataLst>
          </p:nvPr>
        </p:nvGraphicFramePr>
        <p:xfrm>
          <a:off x="609600" y="2476500"/>
          <a:ext cx="5385435" cy="1905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5145"/>
                <a:gridCol w="1795145"/>
                <a:gridCol w="1795145"/>
              </a:tblGrid>
              <a:tr h="381000">
                <a:tc gridSpan="3"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学生职业生涯规划与收入（元</a:t>
                      </a:r>
                      <a:r>
                        <a:rPr lang="en-US" altLang="zh-CN"/>
                        <a:t>/</a:t>
                      </a:r>
                      <a:r>
                        <a:rPr lang="zh-CN" altLang="en-US"/>
                        <a:t>月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 hMerge="1">
                  <a:tcPr/>
                </a:tc>
                <a:tc hMerge="1">
                  <a:tcPr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企业职位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规划时间（年</a:t>
                      </a:r>
                      <a:r>
                        <a:rPr lang="zh-CN" altLang="en-US"/>
                        <a:t>）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规划收入</a:t>
                      </a:r>
                      <a:endParaRPr lang="zh-CN" altLang="en-US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助理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5000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设计师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10000</a:t>
                      </a:r>
                      <a:endParaRPr lang="en-US" altLang="zh-CN"/>
                    </a:p>
                  </a:txBody>
                  <a:tcPr anchor="ctr" anchorCtr="0"/>
                </a:tc>
              </a:tr>
              <a:tr h="381000"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zh-CN" altLang="en-US"/>
                        <a:t>店长</a:t>
                      </a:r>
                      <a:endParaRPr lang="zh-CN" altLang="en-US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 anchor="ctr" anchorCtr="0"/>
                </a:tc>
                <a:tc>
                  <a:txBody>
                    <a:bodyPr/>
                    <a:p>
                      <a:pPr algn="ctr">
                        <a:buNone/>
                      </a:pPr>
                      <a:r>
                        <a:rPr lang="en-US" altLang="zh-CN"/>
                        <a:t>20000</a:t>
                      </a:r>
                      <a:endParaRPr lang="en-US" altLang="zh-CN"/>
                    </a:p>
                  </a:txBody>
                  <a:tcPr anchor="ctr" anchorCtr="0"/>
                </a:tc>
              </a:tr>
            </a:tbl>
          </a:graphicData>
        </a:graphic>
      </p:graphicFrame>
      <p:graphicFrame>
        <p:nvGraphicFramePr>
          <p:cNvPr id="8" name="内容占位符 7"/>
          <p:cNvGraphicFramePr/>
          <p:nvPr>
            <p:ph sz="half" idx="2"/>
          </p:nvPr>
        </p:nvGraphicFramePr>
        <p:xfrm>
          <a:off x="6197600" y="1600200"/>
          <a:ext cx="5384800" cy="4724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</p:spTree>
    <p:custDataLst>
      <p:tags r:id="rId3"/>
    </p:custData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/>
              <a:t>1. 恰当应用信息技术和资源，促进学生自主学习</a:t>
            </a:r>
            <a:endParaRPr lang="zh-CN" altLang="en-US"/>
          </a:p>
          <a:p>
            <a:r>
              <a:rPr lang="zh-CN" altLang="en-US"/>
              <a:t>2. 巧妙设计模拟理财活动，践行德育教学理念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000">
        <p159:morph option="byObject"/>
      </p:transition>
    </mc:Choice>
    <mc:Fallback>
      <p:transition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zh-CN" altLang="en-US"/>
              <a:t>教学创新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4294967295"/>
          </p:nvPr>
        </p:nvSpPr>
        <p:spPr>
          <a:xfrm>
            <a:off x="0" y="1600200"/>
            <a:ext cx="10972800" cy="4724400"/>
          </a:xfrm>
        </p:spPr>
        <p:txBody>
          <a:bodyPr/>
          <a:p>
            <a:r>
              <a:rPr lang="zh-CN" altLang="en-US"/>
              <a:t>利用信息化教学手段，学生自主、探究学习</a:t>
            </a:r>
            <a:endParaRPr lang="zh-CN" altLang="en-US"/>
          </a:p>
          <a:p>
            <a:r>
              <a:rPr lang="zh-CN" altLang="en-US"/>
              <a:t>通过模拟理财实践活动，实现做中教、做中学</a:t>
            </a:r>
            <a:endParaRPr lang="zh-CN" altLang="en-US"/>
          </a:p>
          <a:p>
            <a:r>
              <a:rPr lang="zh-CN" altLang="en-US"/>
              <a:t>践行以生为本，育德于行</a:t>
            </a:r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294967295"/>
          </p:nvPr>
        </p:nvSpPr>
        <p:spPr>
          <a:xfrm>
            <a:off x="0" y="6467475"/>
            <a:ext cx="3860800" cy="301625"/>
          </a:xfrm>
        </p:spPr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</p:spTree>
    <p:custDataLst>
      <p:tags r:id="rId1"/>
    </p:custData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 dirty="0"/>
              <a:t>理财有道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2331720" y="2829560"/>
            <a:ext cx="7528560" cy="1568450"/>
          </a:xfrm>
          <a:prstGeom prst="rect">
            <a:avLst/>
          </a:prstGeom>
          <a:noFill/>
          <a:ln>
            <a:noFill/>
          </a:ln>
        </p:spPr>
        <p:txBody>
          <a:bodyPr wrap="none" rtlCol="0" anchor="t">
            <a:spAutoFit/>
          </a:bodyPr>
          <a:p>
            <a:pPr algn="ctr"/>
            <a:r>
              <a:rPr lang="zh-CN" altLang="en-US" sz="9600" b="1">
                <a:ln w="12700">
                  <a:solidFill>
                    <a:schemeClr val="tx2">
                      <a:lumMod val="75000"/>
                    </a:schemeClr>
                  </a:solidFill>
                  <a:prstDash val="solid"/>
                </a:ln>
                <a:pattFill prst="dkUpDiag">
                  <a:fgClr>
                    <a:schemeClr val="tx2"/>
                  </a:fgClr>
                  <a:bgClr>
                    <a:schemeClr val="tx2">
                      <a:lumMod val="20000"/>
                      <a:lumOff val="80000"/>
                    </a:schemeClr>
                  </a:bgClr>
                </a:pattFill>
                <a:effectLst>
                  <a:outerShdw dist="38100" dir="2640000" algn="bl" rotWithShape="0">
                    <a:schemeClr val="tx2">
                      <a:lumMod val="75000"/>
                    </a:schemeClr>
                  </a:outerShdw>
                </a:effectLst>
                <a:latin typeface="黑体" panose="02010609060101010101" charset="-122"/>
                <a:ea typeface="黑体" panose="02010609060101010101" charset="-122"/>
              </a:rPr>
              <a:t>敬请批评指正</a:t>
            </a:r>
            <a:endParaRPr lang="zh-CN" altLang="en-US" sz="9600" b="1">
              <a:ln w="12700">
                <a:solidFill>
                  <a:schemeClr val="tx2">
                    <a:lumMod val="75000"/>
                  </a:schemeClr>
                </a:solidFill>
                <a:prstDash val="solid"/>
              </a:ln>
              <a:pattFill prst="dkUpDiag">
                <a:fgClr>
                  <a:schemeClr val="tx2"/>
                </a:fgClr>
                <a:bgClr>
                  <a:schemeClr val="tx2">
                    <a:lumMod val="20000"/>
                    <a:lumOff val="80000"/>
                  </a:schemeClr>
                </a:bgClr>
              </a:pattFill>
              <a:effectLst>
                <a:outerShdw dist="38100" dir="2640000" algn="bl" rotWithShape="0">
                  <a:schemeClr val="tx2">
                    <a:lumMod val="75000"/>
                  </a:schemeClr>
                </a:outerShdw>
              </a:effectLst>
              <a:latin typeface="黑体" panose="02010609060101010101" charset="-122"/>
              <a:ea typeface="黑体" panose="02010609060101010101" charset="-122"/>
            </a:endParaRPr>
          </a:p>
        </p:txBody>
      </p:sp>
    </p:spTree>
    <p:custDataLst>
      <p:tags r:id="rId1"/>
    </p:custData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5" presetClass="exit" presetSubtype="0" repeatCount="2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3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72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2998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6" grpId="1"/>
    </p:bldLst>
  </p:timing>
</p:sld>
</file>

<file path=ppt/tags/tag1.xml><?xml version="1.0" encoding="utf-8"?>
<p:tagLst xmlns:p="http://schemas.openxmlformats.org/presentationml/2006/main">
  <p:tag name="KSO_WM_UNIT_ISCONTENTSTITLE" val="0"/>
  <p:tag name="KSO_WM_UNIT_ISNUMDGMTITLE" val="0"/>
  <p:tag name="KSO_WM_UNIT_PRESET_TEXT" val="空白演示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176_1*a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输入您的封面副标题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176_1*b*1"/>
  <p:tag name="KSO_WM_TEMPLATE_CATEGORY" val="custom"/>
  <p:tag name="KSO_WM_TEMPLATE_INDEX" val="20205176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SLIDE_ID" val="custom20205176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176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9.xml><?xml version="1.0" encoding="utf-8"?>
<p:tagLst xmlns:p="http://schemas.openxmlformats.org/presentationml/2006/main">
  <p:tag name="KSO_WM_UNIT_TABLE_BEAUTIFY" val="smartTable{f4f2631e-3279-4c48-a1c1-a32970cd51d3}"/>
</p:tagLst>
</file>

<file path=ppt/tags/tag10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6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7.xml><?xml version="1.0" encoding="utf-8"?>
<p:tagLst xmlns:p="http://schemas.openxmlformats.org/presentationml/2006/main">
  <p:tag name="KSO_WM_MEDIACOVER_FLAG" val="1"/>
  <p:tag name="KSO_WM_UNIT_MEDIACOVER_BTN_STATE" val="1"/>
  <p:tag name="KSO_WM_UNIT_MEDIACOVER_BTNRECT" val="6131*3126*493*493"/>
  <p:tag name="KSO_WM_UNIT_MEDIACOVER_STYLEID" val="1"/>
  <p:tag name="KSO_WM_UNIT_MEDIACOVER_TEXTSTATE" val="0"/>
  <p:tag name="KSO_WM_UNIT_MEDIACOVER_BTN_POS" val="c"/>
  <p:tag name="KSO_WM_UNIT_MEDIACOVER_BTN_STYLE" val="ee0bc779c1f3d7f3e90c96344320e69a"/>
  <p:tag name="KSO_WM_UNIT_MEDIACOVER_RGB" val="000000"/>
  <p:tag name="KSO_WM_UNIT_MEDIACOVER_TRANSPARENCY" val="0.5"/>
</p:tagLst>
</file>

<file path=ppt/tags/tag18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19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0.xml><?xml version="1.0" encoding="utf-8"?>
<p:tagLst xmlns:p="http://schemas.openxmlformats.org/presentationml/2006/main">
  <p:tag name="KSO_WM_UNIT_TABLE_BEAUTIFY" val="smartTable{f9f81466-5606-45d7-b203-b1223c92ca1a}"/>
</p:tagLst>
</file>

<file path=ppt/tags/tag21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2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3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4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ags/tag25.xml><?xml version="1.0" encoding="utf-8"?>
<p:tagLst xmlns:p="http://schemas.openxmlformats.org/presentationml/2006/main">
  <p:tag name="KSO_WM_BEAUTIFY_FLAG" val="#wm#"/>
  <p:tag name="KSO_WM_TEMPLATE_CATEGORY" val="custom"/>
  <p:tag name="KSO_WM_TEMPLATE_INDEX" val="20205176"/>
</p:tagLst>
</file>

<file path=ppt/theme/theme1.xml><?xml version="1.0" encoding="utf-8"?>
<a:theme xmlns:a="http://schemas.openxmlformats.org/drawingml/2006/main" name="理财有道">
  <a:themeElements>
    <a:clrScheme name="专业的金融PPT模板 1">
      <a:dk1>
        <a:srgbClr val="000000"/>
      </a:dk1>
      <a:lt1>
        <a:srgbClr val="FFFFFF"/>
      </a:lt1>
      <a:dk2>
        <a:srgbClr val="800000"/>
      </a:dk2>
      <a:lt2>
        <a:srgbClr val="333333"/>
      </a:lt2>
      <a:accent1>
        <a:srgbClr val="EB6743"/>
      </a:accent1>
      <a:accent2>
        <a:srgbClr val="D3A911"/>
      </a:accent2>
      <a:accent3>
        <a:srgbClr val="FFFFFF"/>
      </a:accent3>
      <a:accent4>
        <a:srgbClr val="000000"/>
      </a:accent4>
      <a:accent5>
        <a:srgbClr val="F3B8B0"/>
      </a:accent5>
      <a:accent6>
        <a:srgbClr val="BF990E"/>
      </a:accent6>
      <a:hlink>
        <a:srgbClr val="7B9B63"/>
      </a:hlink>
      <a:folHlink>
        <a:srgbClr val="38A3B2"/>
      </a:folHlink>
    </a:clrScheme>
    <a:fontScheme name="专业的金融PPT模板">
      <a:majorFont>
        <a:latin typeface="Arial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gradFill rotWithShape="1">
          <a:gsLst>
            <a:gs pos="0">
              <a:schemeClr val="folHlink">
                <a:gamma/>
                <a:shade val="6275"/>
                <a:invGamma/>
              </a:schemeClr>
            </a:gs>
            <a:gs pos="100000">
              <a:schemeClr val="folHlink"/>
            </a:gs>
          </a:gsLst>
          <a:lin ang="2700000" scaled="1"/>
        </a:gradFill>
        <a:ln w="9525">
          <a:noFill/>
          <a:miter lim="800000"/>
        </a:ln>
        <a:scene3d>
          <a:camera prst="legacyObliqueTopRight"/>
          <a:lightRig rig="legacyFlat3" dir="b"/>
        </a:scene3d>
        <a:sp3d extrusionH="176200" prstMaterial="legacyMatte">
          <a:bevelT w="13500" h="13500" prst="angle"/>
          <a:bevelB w="13500" h="13500" prst="angle"/>
          <a:extrusionClr>
            <a:schemeClr val="folHlink"/>
          </a:extrusionClr>
        </a:sp3d>
      </a:spPr>
      <a:bodyPr wrap="none" anchor="ctr">
        <a:flatTx/>
      </a:bodyPr>
      <a:lstStyle>
        <a:defPPr>
          <a:defRPr>
            <a:ea typeface="+mn-ea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18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专业的金融PPT模板 1">
        <a:dk1>
          <a:srgbClr val="000000"/>
        </a:dk1>
        <a:lt1>
          <a:srgbClr val="FFFFFF"/>
        </a:lt1>
        <a:dk2>
          <a:srgbClr val="800000"/>
        </a:dk2>
        <a:lt2>
          <a:srgbClr val="333333"/>
        </a:lt2>
        <a:accent1>
          <a:srgbClr val="EB6743"/>
        </a:accent1>
        <a:accent2>
          <a:srgbClr val="D3A911"/>
        </a:accent2>
        <a:accent3>
          <a:srgbClr val="FFFFFF"/>
        </a:accent3>
        <a:accent4>
          <a:srgbClr val="000000"/>
        </a:accent4>
        <a:accent5>
          <a:srgbClr val="F3B8B0"/>
        </a:accent5>
        <a:accent6>
          <a:srgbClr val="BF990E"/>
        </a:accent6>
        <a:hlink>
          <a:srgbClr val="7B9B63"/>
        </a:hlink>
        <a:folHlink>
          <a:srgbClr val="38A3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的金融PPT模板 2">
        <a:dk1>
          <a:srgbClr val="000000"/>
        </a:dk1>
        <a:lt1>
          <a:srgbClr val="FFFFFF"/>
        </a:lt1>
        <a:dk2>
          <a:srgbClr val="2E507A"/>
        </a:dk2>
        <a:lt2>
          <a:srgbClr val="333333"/>
        </a:lt2>
        <a:accent1>
          <a:srgbClr val="5A90C2"/>
        </a:accent1>
        <a:accent2>
          <a:srgbClr val="8AC246"/>
        </a:accent2>
        <a:accent3>
          <a:srgbClr val="FFFFFF"/>
        </a:accent3>
        <a:accent4>
          <a:srgbClr val="000000"/>
        </a:accent4>
        <a:accent5>
          <a:srgbClr val="B5C6DD"/>
        </a:accent5>
        <a:accent6>
          <a:srgbClr val="7DB03F"/>
        </a:accent6>
        <a:hlink>
          <a:srgbClr val="F6831A"/>
        </a:hlink>
        <a:folHlink>
          <a:srgbClr val="EFC82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专业的金融PPT模板 3">
        <a:dk1>
          <a:srgbClr val="000000"/>
        </a:dk1>
        <a:lt1>
          <a:srgbClr val="FFFFFF"/>
        </a:lt1>
        <a:dk2>
          <a:srgbClr val="A82A9F"/>
        </a:dk2>
        <a:lt2>
          <a:srgbClr val="4D4D4D"/>
        </a:lt2>
        <a:accent1>
          <a:srgbClr val="12B4D4"/>
        </a:accent1>
        <a:accent2>
          <a:srgbClr val="F1C23D"/>
        </a:accent2>
        <a:accent3>
          <a:srgbClr val="FFFFFF"/>
        </a:accent3>
        <a:accent4>
          <a:srgbClr val="000000"/>
        </a:accent4>
        <a:accent5>
          <a:srgbClr val="AAD6E6"/>
        </a:accent5>
        <a:accent6>
          <a:srgbClr val="DAB036"/>
        </a:accent6>
        <a:hlink>
          <a:srgbClr val="8CA62C"/>
        </a:hlink>
        <a:folHlink>
          <a:srgbClr val="80808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687</Words>
  <Application>WPS 演示</Application>
  <PresentationFormat>宽屏</PresentationFormat>
  <Paragraphs>182</Paragraphs>
  <Slides>20</Slides>
  <Notes>4</Notes>
  <HiddenSlides>0</HiddenSlides>
  <MMClips>0</MMClips>
  <ScaleCrop>false</ScaleCrop>
  <HeadingPairs>
    <vt:vector size="8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  <vt:variant>
        <vt:lpstr>自定义放映</vt:lpstr>
      </vt:variant>
      <vt:variant>
        <vt:i4>1</vt:i4>
      </vt:variant>
    </vt:vector>
  </HeadingPairs>
  <TitlesOfParts>
    <vt:vector size="30" baseType="lpstr">
      <vt:lpstr>Arial</vt:lpstr>
      <vt:lpstr>宋体</vt:lpstr>
      <vt:lpstr>Wingdings</vt:lpstr>
      <vt:lpstr>微软雅黑</vt:lpstr>
      <vt:lpstr>隶书</vt:lpstr>
      <vt:lpstr>黑体</vt:lpstr>
      <vt:lpstr>Calibri</vt:lpstr>
      <vt:lpstr>Arial Unicode MS</vt:lpstr>
      <vt:lpstr>理财有道</vt:lpstr>
      <vt:lpstr>理财有道</vt:lpstr>
      <vt:lpstr>目录</vt:lpstr>
      <vt:lpstr>教材分析</vt:lpstr>
      <vt:lpstr>教材分析</vt:lpstr>
      <vt:lpstr>PowerPoint 演示文稿</vt:lpstr>
      <vt:lpstr>学情分析</vt:lpstr>
      <vt:lpstr>学情分析</vt:lpstr>
      <vt:lpstr>教学目标</vt:lpstr>
      <vt:lpstr>教学目标</vt:lpstr>
      <vt:lpstr>教学目标</vt:lpstr>
      <vt:lpstr>教学策略</vt:lpstr>
      <vt:lpstr>教学策略</vt:lpstr>
      <vt:lpstr>教学过程</vt:lpstr>
      <vt:lpstr>教学过程</vt:lpstr>
      <vt:lpstr>教学过程</vt:lpstr>
      <vt:lpstr>教学过程</vt:lpstr>
      <vt:lpstr>教学创新</vt:lpstr>
      <vt:lpstr>教学创新</vt:lpstr>
      <vt:lpstr>教学创新</vt:lpstr>
      <vt:lpstr>PowerPoint 演示文稿</vt:lpstr>
      <vt:lpstr>缩略版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WPS_1563888677</cp:lastModifiedBy>
  <cp:revision>197</cp:revision>
  <dcterms:created xsi:type="dcterms:W3CDTF">2019-06-19T02:08:00Z</dcterms:created>
  <dcterms:modified xsi:type="dcterms:W3CDTF">2022-10-26T09:42:54Z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2052-11.1.0.10009</vt:lpwstr>
  </property>
  <property fmtid="{D5CDD505-2E9C-101B-9397-08002B2CF9AE}" pid="3" name="ICV">
    <vt:lpwstr>A74418DC13F24594A9664F47794C2E98</vt:lpwstr>
  </property>
</Properties>
</file>