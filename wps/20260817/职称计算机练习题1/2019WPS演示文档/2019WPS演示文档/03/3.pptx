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>
        <p:scale>
          <a:sx n="66" d="100"/>
          <a:sy n="66" d="100"/>
        </p:scale>
        <p:origin x="-930" y="-7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slide" Target="../slides/slide7.xml"/><Relationship Id="rId1" Type="http://schemas.openxmlformats.org/officeDocument/2006/relationships/slide" Target="../slides/slide5.xml"/><Relationship Id="rId5" Type="http://schemas.openxmlformats.org/officeDocument/2006/relationships/slide" Target="../slides/slide11.xml"/><Relationship Id="rId4" Type="http://schemas.openxmlformats.org/officeDocument/2006/relationships/slide" Target="../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5B2DF9-036A-4F7F-A035-A904DD4FBE47}" type="doc">
      <dgm:prSet loTypeId="urn:microsoft.com/office/officeart/2008/layout/LinedList" loCatId="list" qsTypeId="urn:microsoft.com/office/officeart/2005/8/quickstyle/simple3" qsCatId="simple" csTypeId="urn:microsoft.com/office/officeart/2005/8/colors/accent2_2" csCatId="accent2"/>
      <dgm:spPr/>
      <dgm:t>
        <a:bodyPr/>
        <a:lstStyle/>
        <a:p>
          <a:endParaRPr lang="zh-CN" altLang="en-US"/>
        </a:p>
      </dgm:t>
    </dgm:pt>
    <dgm:pt modelId="{C0FBABC0-E7E9-4F35-B2E9-2F8C48410A97}">
      <dgm:prSet/>
      <dgm:spPr/>
      <dgm:t>
        <a:bodyPr/>
        <a:lstStyle/>
        <a:p>
          <a:pPr rtl="0"/>
          <a:r>
            <a:rPr lang="zh-CN" smtClean="0"/>
            <a:t>洋葱</a:t>
          </a:r>
          <a:endParaRPr lang="zh-CN"/>
        </a:p>
      </dgm:t>
    </dgm:pt>
    <dgm:pt modelId="{C2509F5B-17C2-4C9D-9591-944F786E67C0}" type="parTrans" cxnId="{8A39A5A2-2034-437F-8737-E0998C9F80C1}">
      <dgm:prSet/>
      <dgm:spPr/>
      <dgm:t>
        <a:bodyPr/>
        <a:lstStyle/>
        <a:p>
          <a:endParaRPr lang="zh-CN" altLang="en-US"/>
        </a:p>
      </dgm:t>
    </dgm:pt>
    <dgm:pt modelId="{753BB1E5-90B3-4F81-8F78-4990FF372B0E}" type="sibTrans" cxnId="{8A39A5A2-2034-437F-8737-E0998C9F80C1}">
      <dgm:prSet/>
      <dgm:spPr/>
      <dgm:t>
        <a:bodyPr/>
        <a:lstStyle/>
        <a:p>
          <a:endParaRPr lang="zh-CN" altLang="en-US"/>
        </a:p>
      </dgm:t>
    </dgm:pt>
    <dgm:pt modelId="{3E024DA7-69BB-42FF-B4A0-FA9445EDCC8E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1" action="ppaction://hlinksldjump"/>
            </a:rPr>
            <a:t>胡萝卜</a:t>
          </a:r>
          <a:endParaRPr lang="zh-CN" dirty="0"/>
        </a:p>
      </dgm:t>
    </dgm:pt>
    <dgm:pt modelId="{C2404E3D-E257-44E6-9A7B-56432AB669CD}" type="parTrans" cxnId="{3FEAFD0B-5B33-4447-9151-3C17F2E36B78}">
      <dgm:prSet/>
      <dgm:spPr/>
      <dgm:t>
        <a:bodyPr/>
        <a:lstStyle/>
        <a:p>
          <a:endParaRPr lang="zh-CN" altLang="en-US"/>
        </a:p>
      </dgm:t>
    </dgm:pt>
    <dgm:pt modelId="{C8A1AA33-E86D-49C8-9130-315AEBADDEC1}" type="sibTrans" cxnId="{3FEAFD0B-5B33-4447-9151-3C17F2E36B78}">
      <dgm:prSet/>
      <dgm:spPr/>
      <dgm:t>
        <a:bodyPr/>
        <a:lstStyle/>
        <a:p>
          <a:endParaRPr lang="zh-CN" altLang="en-US"/>
        </a:p>
      </dgm:t>
    </dgm:pt>
    <dgm:pt modelId="{DE6C3F42-481A-4E83-B428-FDCA8637FE41}">
      <dgm:prSet/>
      <dgm:spPr/>
      <dgm:t>
        <a:bodyPr/>
        <a:lstStyle/>
        <a:p>
          <a:pPr rtl="0"/>
          <a:r>
            <a:rPr lang="zh-CN" smtClean="0"/>
            <a:t>海藻</a:t>
          </a:r>
          <a:endParaRPr lang="zh-CN"/>
        </a:p>
      </dgm:t>
    </dgm:pt>
    <dgm:pt modelId="{F024095A-A963-4733-A2E7-51AFD59191A7}" type="parTrans" cxnId="{A1E04197-FD47-4194-86ED-11D9CB76F925}">
      <dgm:prSet/>
      <dgm:spPr/>
      <dgm:t>
        <a:bodyPr/>
        <a:lstStyle/>
        <a:p>
          <a:endParaRPr lang="zh-CN" altLang="en-US"/>
        </a:p>
      </dgm:t>
    </dgm:pt>
    <dgm:pt modelId="{913C4798-1E69-4536-B209-20DC53B02776}" type="sibTrans" cxnId="{A1E04197-FD47-4194-86ED-11D9CB76F925}">
      <dgm:prSet/>
      <dgm:spPr/>
      <dgm:t>
        <a:bodyPr/>
        <a:lstStyle/>
        <a:p>
          <a:endParaRPr lang="zh-CN" altLang="en-US"/>
        </a:p>
      </dgm:t>
    </dgm:pt>
    <dgm:pt modelId="{ED7C32DB-C5CB-4A2A-AD00-7ACF26787165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2" action="ppaction://hlinksldjump"/>
            </a:rPr>
            <a:t>西红柿</a:t>
          </a:r>
          <a:endParaRPr lang="zh-CN" dirty="0"/>
        </a:p>
      </dgm:t>
    </dgm:pt>
    <dgm:pt modelId="{1684E935-8BB6-4C7C-89B8-AACB5D236E4E}" type="parTrans" cxnId="{FC29B557-3A1C-486E-BA6C-520ED567E8FB}">
      <dgm:prSet/>
      <dgm:spPr/>
      <dgm:t>
        <a:bodyPr/>
        <a:lstStyle/>
        <a:p>
          <a:endParaRPr lang="zh-CN" altLang="en-US"/>
        </a:p>
      </dgm:t>
    </dgm:pt>
    <dgm:pt modelId="{7891A885-1F37-4B96-90AB-0174F1442177}" type="sibTrans" cxnId="{FC29B557-3A1C-486E-BA6C-520ED567E8FB}">
      <dgm:prSet/>
      <dgm:spPr/>
      <dgm:t>
        <a:bodyPr/>
        <a:lstStyle/>
        <a:p>
          <a:endParaRPr lang="zh-CN" altLang="en-US"/>
        </a:p>
      </dgm:t>
    </dgm:pt>
    <dgm:pt modelId="{5DA06B35-18B9-4205-AA96-12F1778487F4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3" action="ppaction://hlinksldjump"/>
            </a:rPr>
            <a:t>芹菜、韭菜</a:t>
          </a:r>
          <a:endParaRPr lang="zh-CN" dirty="0"/>
        </a:p>
      </dgm:t>
    </dgm:pt>
    <dgm:pt modelId="{5EE1EAA4-A2C1-47E2-ADAE-B0E231B5EB17}" type="parTrans" cxnId="{08A536F4-E371-4268-B39D-D6AF800DEADD}">
      <dgm:prSet/>
      <dgm:spPr/>
      <dgm:t>
        <a:bodyPr/>
        <a:lstStyle/>
        <a:p>
          <a:endParaRPr lang="zh-CN" altLang="en-US"/>
        </a:p>
      </dgm:t>
    </dgm:pt>
    <dgm:pt modelId="{1F761823-8FCE-458F-AB23-A225EF752828}" type="sibTrans" cxnId="{08A536F4-E371-4268-B39D-D6AF800DEADD}">
      <dgm:prSet/>
      <dgm:spPr/>
      <dgm:t>
        <a:bodyPr/>
        <a:lstStyle/>
        <a:p>
          <a:endParaRPr lang="zh-CN" altLang="en-US"/>
        </a:p>
      </dgm:t>
    </dgm:pt>
    <dgm:pt modelId="{616F18A8-E069-49A9-8B2C-C415F72BA836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4" action="ppaction://hlinksldjump"/>
            </a:rPr>
            <a:t>大白菜、南瓜</a:t>
          </a:r>
          <a:endParaRPr lang="zh-CN" dirty="0"/>
        </a:p>
      </dgm:t>
    </dgm:pt>
    <dgm:pt modelId="{8F4E489B-1AA0-416D-BABF-F8D5D0F3DAEB}" type="parTrans" cxnId="{D72360EA-85C3-4F4B-8636-A95B427085F3}">
      <dgm:prSet/>
      <dgm:spPr/>
      <dgm:t>
        <a:bodyPr/>
        <a:lstStyle/>
        <a:p>
          <a:endParaRPr lang="zh-CN" altLang="en-US"/>
        </a:p>
      </dgm:t>
    </dgm:pt>
    <dgm:pt modelId="{C0E52CD3-3978-454A-94D4-C416FE24E721}" type="sibTrans" cxnId="{D72360EA-85C3-4F4B-8636-A95B427085F3}">
      <dgm:prSet/>
      <dgm:spPr/>
      <dgm:t>
        <a:bodyPr/>
        <a:lstStyle/>
        <a:p>
          <a:endParaRPr lang="zh-CN" altLang="en-US"/>
        </a:p>
      </dgm:t>
    </dgm:pt>
    <dgm:pt modelId="{D0A87BC8-4A13-4DB7-8D44-B43709911B34}">
      <dgm:prSet/>
      <dgm:spPr/>
      <dgm:t>
        <a:bodyPr/>
        <a:lstStyle/>
        <a:p>
          <a:pPr rtl="0"/>
          <a:r>
            <a:rPr lang="zh-CN" smtClean="0"/>
            <a:t>蘑菇</a:t>
          </a:r>
          <a:endParaRPr lang="zh-CN"/>
        </a:p>
      </dgm:t>
    </dgm:pt>
    <dgm:pt modelId="{A326ACB0-F4ED-4113-8337-B3B30CADB23E}" type="parTrans" cxnId="{19F36A2C-AB04-459F-B8BB-CD82A19F2572}">
      <dgm:prSet/>
      <dgm:spPr/>
      <dgm:t>
        <a:bodyPr/>
        <a:lstStyle/>
        <a:p>
          <a:endParaRPr lang="zh-CN" altLang="en-US"/>
        </a:p>
      </dgm:t>
    </dgm:pt>
    <dgm:pt modelId="{CFEE0582-A93D-4D8A-B8AC-9D31846E254E}" type="sibTrans" cxnId="{19F36A2C-AB04-459F-B8BB-CD82A19F2572}">
      <dgm:prSet/>
      <dgm:spPr/>
      <dgm:t>
        <a:bodyPr/>
        <a:lstStyle/>
        <a:p>
          <a:endParaRPr lang="zh-CN" altLang="en-US"/>
        </a:p>
      </dgm:t>
    </dgm:pt>
    <dgm:pt modelId="{B4D80DAA-1EE5-44D7-80DD-62946F5DF372}">
      <dgm:prSet/>
      <dgm:spPr/>
      <dgm:t>
        <a:bodyPr/>
        <a:lstStyle/>
        <a:p>
          <a:pPr rtl="0"/>
          <a:r>
            <a:rPr lang="zh-CN" dirty="0" smtClean="0">
              <a:hlinkClick xmlns:r="http://schemas.openxmlformats.org/officeDocument/2006/relationships" r:id="rId5" action="ppaction://hlinksldjump"/>
            </a:rPr>
            <a:t>大蒜</a:t>
          </a:r>
          <a:endParaRPr lang="zh-CN" dirty="0"/>
        </a:p>
      </dgm:t>
    </dgm:pt>
    <dgm:pt modelId="{C77AF5C4-D91F-40DA-B328-BFA02D8D936C}" type="parTrans" cxnId="{076DB7E1-7BD4-437E-881E-0569C4F50783}">
      <dgm:prSet/>
      <dgm:spPr/>
      <dgm:t>
        <a:bodyPr/>
        <a:lstStyle/>
        <a:p>
          <a:endParaRPr lang="zh-CN" altLang="en-US"/>
        </a:p>
      </dgm:t>
    </dgm:pt>
    <dgm:pt modelId="{E9EF103F-28D6-4F00-9119-D31D43994875}" type="sibTrans" cxnId="{076DB7E1-7BD4-437E-881E-0569C4F50783}">
      <dgm:prSet/>
      <dgm:spPr/>
      <dgm:t>
        <a:bodyPr/>
        <a:lstStyle/>
        <a:p>
          <a:endParaRPr lang="zh-CN" altLang="en-US"/>
        </a:p>
      </dgm:t>
    </dgm:pt>
    <dgm:pt modelId="{660C0C0C-E6E5-48C7-BD31-E85993D03811}" type="pres">
      <dgm:prSet presAssocID="{725B2DF9-036A-4F7F-A035-A904DD4FBE47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2F546275-9CC2-43A1-957A-5D691B275505}" type="pres">
      <dgm:prSet presAssocID="{C0FBABC0-E7E9-4F35-B2E9-2F8C48410A97}" presName="thickLine" presStyleLbl="alignNode1" presStyleIdx="0" presStyleCnt="8"/>
      <dgm:spPr/>
    </dgm:pt>
    <dgm:pt modelId="{DA67F16F-225E-4EA5-884F-9BE4D7153CD1}" type="pres">
      <dgm:prSet presAssocID="{C0FBABC0-E7E9-4F35-B2E9-2F8C48410A97}" presName="horz1" presStyleCnt="0"/>
      <dgm:spPr/>
    </dgm:pt>
    <dgm:pt modelId="{95457CF9-A13E-44E2-B0BF-3640B871832B}" type="pres">
      <dgm:prSet presAssocID="{C0FBABC0-E7E9-4F35-B2E9-2F8C48410A97}" presName="tx1" presStyleLbl="revTx" presStyleIdx="0" presStyleCnt="8"/>
      <dgm:spPr/>
      <dgm:t>
        <a:bodyPr/>
        <a:lstStyle/>
        <a:p>
          <a:endParaRPr lang="zh-CN" altLang="en-US"/>
        </a:p>
      </dgm:t>
    </dgm:pt>
    <dgm:pt modelId="{6FC712E3-7C75-4207-B5E1-11E40350C326}" type="pres">
      <dgm:prSet presAssocID="{C0FBABC0-E7E9-4F35-B2E9-2F8C48410A97}" presName="vert1" presStyleCnt="0"/>
      <dgm:spPr/>
    </dgm:pt>
    <dgm:pt modelId="{ED8D03C6-1AFD-4066-BFA9-DCC0F792DCB2}" type="pres">
      <dgm:prSet presAssocID="{3E024DA7-69BB-42FF-B4A0-FA9445EDCC8E}" presName="thickLine" presStyleLbl="alignNode1" presStyleIdx="1" presStyleCnt="8"/>
      <dgm:spPr/>
    </dgm:pt>
    <dgm:pt modelId="{F267A422-7233-47AF-8A4C-CDB67417FFB2}" type="pres">
      <dgm:prSet presAssocID="{3E024DA7-69BB-42FF-B4A0-FA9445EDCC8E}" presName="horz1" presStyleCnt="0"/>
      <dgm:spPr/>
    </dgm:pt>
    <dgm:pt modelId="{9249AD5F-10E7-406B-B20A-30E07DC12383}" type="pres">
      <dgm:prSet presAssocID="{3E024DA7-69BB-42FF-B4A0-FA9445EDCC8E}" presName="tx1" presStyleLbl="revTx" presStyleIdx="1" presStyleCnt="8"/>
      <dgm:spPr/>
      <dgm:t>
        <a:bodyPr/>
        <a:lstStyle/>
        <a:p>
          <a:endParaRPr lang="zh-CN" altLang="en-US"/>
        </a:p>
      </dgm:t>
    </dgm:pt>
    <dgm:pt modelId="{505B9A5E-AF5B-4DE4-80CA-2007CB0EFDA4}" type="pres">
      <dgm:prSet presAssocID="{3E024DA7-69BB-42FF-B4A0-FA9445EDCC8E}" presName="vert1" presStyleCnt="0"/>
      <dgm:spPr/>
    </dgm:pt>
    <dgm:pt modelId="{7EB54609-2CCA-43AA-9F8E-C80D21DAE45B}" type="pres">
      <dgm:prSet presAssocID="{DE6C3F42-481A-4E83-B428-FDCA8637FE41}" presName="thickLine" presStyleLbl="alignNode1" presStyleIdx="2" presStyleCnt="8"/>
      <dgm:spPr/>
    </dgm:pt>
    <dgm:pt modelId="{F19BF8AD-405B-490B-8D9B-046B1ECDA1DB}" type="pres">
      <dgm:prSet presAssocID="{DE6C3F42-481A-4E83-B428-FDCA8637FE41}" presName="horz1" presStyleCnt="0"/>
      <dgm:spPr/>
    </dgm:pt>
    <dgm:pt modelId="{C676DDCB-D120-4733-A3E6-64E77FFB5811}" type="pres">
      <dgm:prSet presAssocID="{DE6C3F42-481A-4E83-B428-FDCA8637FE41}" presName="tx1" presStyleLbl="revTx" presStyleIdx="2" presStyleCnt="8"/>
      <dgm:spPr/>
      <dgm:t>
        <a:bodyPr/>
        <a:lstStyle/>
        <a:p>
          <a:endParaRPr lang="zh-CN" altLang="en-US"/>
        </a:p>
      </dgm:t>
    </dgm:pt>
    <dgm:pt modelId="{FEB182D6-8A29-4263-8610-D0C3E7256A9E}" type="pres">
      <dgm:prSet presAssocID="{DE6C3F42-481A-4E83-B428-FDCA8637FE41}" presName="vert1" presStyleCnt="0"/>
      <dgm:spPr/>
    </dgm:pt>
    <dgm:pt modelId="{18A3BB60-18C7-4102-BD3C-12C1C45CAA47}" type="pres">
      <dgm:prSet presAssocID="{ED7C32DB-C5CB-4A2A-AD00-7ACF26787165}" presName="thickLine" presStyleLbl="alignNode1" presStyleIdx="3" presStyleCnt="8"/>
      <dgm:spPr/>
    </dgm:pt>
    <dgm:pt modelId="{51E32E6F-35E0-43A2-B71E-6F774820A52C}" type="pres">
      <dgm:prSet presAssocID="{ED7C32DB-C5CB-4A2A-AD00-7ACF26787165}" presName="horz1" presStyleCnt="0"/>
      <dgm:spPr/>
    </dgm:pt>
    <dgm:pt modelId="{E770984E-E42C-4530-A9B0-4982E4AF8BF6}" type="pres">
      <dgm:prSet presAssocID="{ED7C32DB-C5CB-4A2A-AD00-7ACF26787165}" presName="tx1" presStyleLbl="revTx" presStyleIdx="3" presStyleCnt="8"/>
      <dgm:spPr/>
      <dgm:t>
        <a:bodyPr/>
        <a:lstStyle/>
        <a:p>
          <a:endParaRPr lang="zh-CN" altLang="en-US"/>
        </a:p>
      </dgm:t>
    </dgm:pt>
    <dgm:pt modelId="{0615BC8D-0ED9-4A7D-9A62-F1D4735D4EBC}" type="pres">
      <dgm:prSet presAssocID="{ED7C32DB-C5CB-4A2A-AD00-7ACF26787165}" presName="vert1" presStyleCnt="0"/>
      <dgm:spPr/>
    </dgm:pt>
    <dgm:pt modelId="{04935899-6289-40E1-9C9C-7123A6A7D8CC}" type="pres">
      <dgm:prSet presAssocID="{5DA06B35-18B9-4205-AA96-12F1778487F4}" presName="thickLine" presStyleLbl="alignNode1" presStyleIdx="4" presStyleCnt="8"/>
      <dgm:spPr/>
    </dgm:pt>
    <dgm:pt modelId="{953F833A-5B2E-4E3A-A660-C6FF23AF7D44}" type="pres">
      <dgm:prSet presAssocID="{5DA06B35-18B9-4205-AA96-12F1778487F4}" presName="horz1" presStyleCnt="0"/>
      <dgm:spPr/>
    </dgm:pt>
    <dgm:pt modelId="{20A78C4A-357D-4DCF-AF3D-AD8178FC4C1C}" type="pres">
      <dgm:prSet presAssocID="{5DA06B35-18B9-4205-AA96-12F1778487F4}" presName="tx1" presStyleLbl="revTx" presStyleIdx="4" presStyleCnt="8"/>
      <dgm:spPr/>
      <dgm:t>
        <a:bodyPr/>
        <a:lstStyle/>
        <a:p>
          <a:endParaRPr lang="zh-CN" altLang="en-US"/>
        </a:p>
      </dgm:t>
    </dgm:pt>
    <dgm:pt modelId="{4BA1D250-F4E3-49AC-BAEE-12B39853DD5D}" type="pres">
      <dgm:prSet presAssocID="{5DA06B35-18B9-4205-AA96-12F1778487F4}" presName="vert1" presStyleCnt="0"/>
      <dgm:spPr/>
    </dgm:pt>
    <dgm:pt modelId="{9433006A-72EE-4FEC-9A36-85268B2E097A}" type="pres">
      <dgm:prSet presAssocID="{616F18A8-E069-49A9-8B2C-C415F72BA836}" presName="thickLine" presStyleLbl="alignNode1" presStyleIdx="5" presStyleCnt="8"/>
      <dgm:spPr/>
    </dgm:pt>
    <dgm:pt modelId="{080E1341-A9AF-467B-9A39-3959D28086C2}" type="pres">
      <dgm:prSet presAssocID="{616F18A8-E069-49A9-8B2C-C415F72BA836}" presName="horz1" presStyleCnt="0"/>
      <dgm:spPr/>
    </dgm:pt>
    <dgm:pt modelId="{7BF48EA5-FC06-462B-B784-B26A9533FE1B}" type="pres">
      <dgm:prSet presAssocID="{616F18A8-E069-49A9-8B2C-C415F72BA836}" presName="tx1" presStyleLbl="revTx" presStyleIdx="5" presStyleCnt="8"/>
      <dgm:spPr/>
      <dgm:t>
        <a:bodyPr/>
        <a:lstStyle/>
        <a:p>
          <a:endParaRPr lang="zh-CN" altLang="en-US"/>
        </a:p>
      </dgm:t>
    </dgm:pt>
    <dgm:pt modelId="{42F144EE-915B-46E3-81B2-AEDB13CEDEF4}" type="pres">
      <dgm:prSet presAssocID="{616F18A8-E069-49A9-8B2C-C415F72BA836}" presName="vert1" presStyleCnt="0"/>
      <dgm:spPr/>
    </dgm:pt>
    <dgm:pt modelId="{537C9096-1069-426A-91D9-02783563388E}" type="pres">
      <dgm:prSet presAssocID="{D0A87BC8-4A13-4DB7-8D44-B43709911B34}" presName="thickLine" presStyleLbl="alignNode1" presStyleIdx="6" presStyleCnt="8"/>
      <dgm:spPr/>
    </dgm:pt>
    <dgm:pt modelId="{70FC8741-127D-41C8-AEB5-34BC54596B3E}" type="pres">
      <dgm:prSet presAssocID="{D0A87BC8-4A13-4DB7-8D44-B43709911B34}" presName="horz1" presStyleCnt="0"/>
      <dgm:spPr/>
    </dgm:pt>
    <dgm:pt modelId="{54B21D64-BEEC-441B-A562-E914AE5FAB5A}" type="pres">
      <dgm:prSet presAssocID="{D0A87BC8-4A13-4DB7-8D44-B43709911B34}" presName="tx1" presStyleLbl="revTx" presStyleIdx="6" presStyleCnt="8"/>
      <dgm:spPr/>
      <dgm:t>
        <a:bodyPr/>
        <a:lstStyle/>
        <a:p>
          <a:endParaRPr lang="zh-CN" altLang="en-US"/>
        </a:p>
      </dgm:t>
    </dgm:pt>
    <dgm:pt modelId="{49C45489-AC99-4EEE-BBBC-A498C78F826E}" type="pres">
      <dgm:prSet presAssocID="{D0A87BC8-4A13-4DB7-8D44-B43709911B34}" presName="vert1" presStyleCnt="0"/>
      <dgm:spPr/>
    </dgm:pt>
    <dgm:pt modelId="{5090543B-D580-400F-AF68-2131F009A8AE}" type="pres">
      <dgm:prSet presAssocID="{B4D80DAA-1EE5-44D7-80DD-62946F5DF372}" presName="thickLine" presStyleLbl="alignNode1" presStyleIdx="7" presStyleCnt="8"/>
      <dgm:spPr/>
    </dgm:pt>
    <dgm:pt modelId="{B021AFCB-57E8-424A-9468-6FBC7AFEC328}" type="pres">
      <dgm:prSet presAssocID="{B4D80DAA-1EE5-44D7-80DD-62946F5DF372}" presName="horz1" presStyleCnt="0"/>
      <dgm:spPr/>
    </dgm:pt>
    <dgm:pt modelId="{7C9C7917-49FA-4932-B8F1-8F80CF653AA2}" type="pres">
      <dgm:prSet presAssocID="{B4D80DAA-1EE5-44D7-80DD-62946F5DF372}" presName="tx1" presStyleLbl="revTx" presStyleIdx="7" presStyleCnt="8"/>
      <dgm:spPr/>
      <dgm:t>
        <a:bodyPr/>
        <a:lstStyle/>
        <a:p>
          <a:endParaRPr lang="zh-CN" altLang="en-US"/>
        </a:p>
      </dgm:t>
    </dgm:pt>
    <dgm:pt modelId="{266812DE-F3F2-4EF5-8B2D-B58B960D8EA4}" type="pres">
      <dgm:prSet presAssocID="{B4D80DAA-1EE5-44D7-80DD-62946F5DF372}" presName="vert1" presStyleCnt="0"/>
      <dgm:spPr/>
    </dgm:pt>
  </dgm:ptLst>
  <dgm:cxnLst>
    <dgm:cxn modelId="{F0053B07-75B1-4E8B-8EE0-A5A6FB90E80F}" type="presOf" srcId="{D0A87BC8-4A13-4DB7-8D44-B43709911B34}" destId="{54B21D64-BEEC-441B-A562-E914AE5FAB5A}" srcOrd="0" destOrd="0" presId="urn:microsoft.com/office/officeart/2008/layout/LinedList"/>
    <dgm:cxn modelId="{46B57522-8DCD-45D6-9B66-FD9AC92CC052}" type="presOf" srcId="{3E024DA7-69BB-42FF-B4A0-FA9445EDCC8E}" destId="{9249AD5F-10E7-406B-B20A-30E07DC12383}" srcOrd="0" destOrd="0" presId="urn:microsoft.com/office/officeart/2008/layout/LinedList"/>
    <dgm:cxn modelId="{72CC3C98-9706-4C05-9A2B-8ED3B27B4C68}" type="presOf" srcId="{725B2DF9-036A-4F7F-A035-A904DD4FBE47}" destId="{660C0C0C-E6E5-48C7-BD31-E85993D03811}" srcOrd="0" destOrd="0" presId="urn:microsoft.com/office/officeart/2008/layout/LinedList"/>
    <dgm:cxn modelId="{613EBCB4-4B8F-4B96-9D8F-1EA3341C7312}" type="presOf" srcId="{B4D80DAA-1EE5-44D7-80DD-62946F5DF372}" destId="{7C9C7917-49FA-4932-B8F1-8F80CF653AA2}" srcOrd="0" destOrd="0" presId="urn:microsoft.com/office/officeart/2008/layout/LinedList"/>
    <dgm:cxn modelId="{076DB7E1-7BD4-437E-881E-0569C4F50783}" srcId="{725B2DF9-036A-4F7F-A035-A904DD4FBE47}" destId="{B4D80DAA-1EE5-44D7-80DD-62946F5DF372}" srcOrd="7" destOrd="0" parTransId="{C77AF5C4-D91F-40DA-B328-BFA02D8D936C}" sibTransId="{E9EF103F-28D6-4F00-9119-D31D43994875}"/>
    <dgm:cxn modelId="{8A39A5A2-2034-437F-8737-E0998C9F80C1}" srcId="{725B2DF9-036A-4F7F-A035-A904DD4FBE47}" destId="{C0FBABC0-E7E9-4F35-B2E9-2F8C48410A97}" srcOrd="0" destOrd="0" parTransId="{C2509F5B-17C2-4C9D-9591-944F786E67C0}" sibTransId="{753BB1E5-90B3-4F81-8F78-4990FF372B0E}"/>
    <dgm:cxn modelId="{FE5FCB8D-A070-4FB1-9E30-1C407A5D485B}" type="presOf" srcId="{5DA06B35-18B9-4205-AA96-12F1778487F4}" destId="{20A78C4A-357D-4DCF-AF3D-AD8178FC4C1C}" srcOrd="0" destOrd="0" presId="urn:microsoft.com/office/officeart/2008/layout/LinedList"/>
    <dgm:cxn modelId="{FC29B557-3A1C-486E-BA6C-520ED567E8FB}" srcId="{725B2DF9-036A-4F7F-A035-A904DD4FBE47}" destId="{ED7C32DB-C5CB-4A2A-AD00-7ACF26787165}" srcOrd="3" destOrd="0" parTransId="{1684E935-8BB6-4C7C-89B8-AACB5D236E4E}" sibTransId="{7891A885-1F37-4B96-90AB-0174F1442177}"/>
    <dgm:cxn modelId="{4C0DA1A5-C6B5-4901-83ED-15C6C460EB4F}" type="presOf" srcId="{616F18A8-E069-49A9-8B2C-C415F72BA836}" destId="{7BF48EA5-FC06-462B-B784-B26A9533FE1B}" srcOrd="0" destOrd="0" presId="urn:microsoft.com/office/officeart/2008/layout/LinedList"/>
    <dgm:cxn modelId="{A1E04197-FD47-4194-86ED-11D9CB76F925}" srcId="{725B2DF9-036A-4F7F-A035-A904DD4FBE47}" destId="{DE6C3F42-481A-4E83-B428-FDCA8637FE41}" srcOrd="2" destOrd="0" parTransId="{F024095A-A963-4733-A2E7-51AFD59191A7}" sibTransId="{913C4798-1E69-4536-B209-20DC53B02776}"/>
    <dgm:cxn modelId="{19F36A2C-AB04-459F-B8BB-CD82A19F2572}" srcId="{725B2DF9-036A-4F7F-A035-A904DD4FBE47}" destId="{D0A87BC8-4A13-4DB7-8D44-B43709911B34}" srcOrd="6" destOrd="0" parTransId="{A326ACB0-F4ED-4113-8337-B3B30CADB23E}" sibTransId="{CFEE0582-A93D-4D8A-B8AC-9D31846E254E}"/>
    <dgm:cxn modelId="{D72360EA-85C3-4F4B-8636-A95B427085F3}" srcId="{725B2DF9-036A-4F7F-A035-A904DD4FBE47}" destId="{616F18A8-E069-49A9-8B2C-C415F72BA836}" srcOrd="5" destOrd="0" parTransId="{8F4E489B-1AA0-416D-BABF-F8D5D0F3DAEB}" sibTransId="{C0E52CD3-3978-454A-94D4-C416FE24E721}"/>
    <dgm:cxn modelId="{4144BEB3-B60C-40A4-B917-FCBCAF69DC63}" type="presOf" srcId="{C0FBABC0-E7E9-4F35-B2E9-2F8C48410A97}" destId="{95457CF9-A13E-44E2-B0BF-3640B871832B}" srcOrd="0" destOrd="0" presId="urn:microsoft.com/office/officeart/2008/layout/LinedList"/>
    <dgm:cxn modelId="{08A536F4-E371-4268-B39D-D6AF800DEADD}" srcId="{725B2DF9-036A-4F7F-A035-A904DD4FBE47}" destId="{5DA06B35-18B9-4205-AA96-12F1778487F4}" srcOrd="4" destOrd="0" parTransId="{5EE1EAA4-A2C1-47E2-ADAE-B0E231B5EB17}" sibTransId="{1F761823-8FCE-458F-AB23-A225EF752828}"/>
    <dgm:cxn modelId="{E91A5697-DFAE-4307-8469-6C7B8DA98A7B}" type="presOf" srcId="{DE6C3F42-481A-4E83-B428-FDCA8637FE41}" destId="{C676DDCB-D120-4733-A3E6-64E77FFB5811}" srcOrd="0" destOrd="0" presId="urn:microsoft.com/office/officeart/2008/layout/LinedList"/>
    <dgm:cxn modelId="{0FEF7C9F-7B9E-427C-8D3A-6DBB7AD2FBB6}" type="presOf" srcId="{ED7C32DB-C5CB-4A2A-AD00-7ACF26787165}" destId="{E770984E-E42C-4530-A9B0-4982E4AF8BF6}" srcOrd="0" destOrd="0" presId="urn:microsoft.com/office/officeart/2008/layout/LinedList"/>
    <dgm:cxn modelId="{3FEAFD0B-5B33-4447-9151-3C17F2E36B78}" srcId="{725B2DF9-036A-4F7F-A035-A904DD4FBE47}" destId="{3E024DA7-69BB-42FF-B4A0-FA9445EDCC8E}" srcOrd="1" destOrd="0" parTransId="{C2404E3D-E257-44E6-9A7B-56432AB669CD}" sibTransId="{C8A1AA33-E86D-49C8-9130-315AEBADDEC1}"/>
    <dgm:cxn modelId="{1C22FCE3-BEB5-488F-9C1D-0F94441A131C}" type="presParOf" srcId="{660C0C0C-E6E5-48C7-BD31-E85993D03811}" destId="{2F546275-9CC2-43A1-957A-5D691B275505}" srcOrd="0" destOrd="0" presId="urn:microsoft.com/office/officeart/2008/layout/LinedList"/>
    <dgm:cxn modelId="{76B03D37-D68D-4C3B-B59F-A89A2964AD8D}" type="presParOf" srcId="{660C0C0C-E6E5-48C7-BD31-E85993D03811}" destId="{DA67F16F-225E-4EA5-884F-9BE4D7153CD1}" srcOrd="1" destOrd="0" presId="urn:microsoft.com/office/officeart/2008/layout/LinedList"/>
    <dgm:cxn modelId="{D2B48DFE-E312-4C54-A10E-ECA66E0600DB}" type="presParOf" srcId="{DA67F16F-225E-4EA5-884F-9BE4D7153CD1}" destId="{95457CF9-A13E-44E2-B0BF-3640B871832B}" srcOrd="0" destOrd="0" presId="urn:microsoft.com/office/officeart/2008/layout/LinedList"/>
    <dgm:cxn modelId="{E6007905-2324-4B9A-97D8-4DB1A7D4091A}" type="presParOf" srcId="{DA67F16F-225E-4EA5-884F-9BE4D7153CD1}" destId="{6FC712E3-7C75-4207-B5E1-11E40350C326}" srcOrd="1" destOrd="0" presId="urn:microsoft.com/office/officeart/2008/layout/LinedList"/>
    <dgm:cxn modelId="{3F6E57DB-EAA2-4E81-86E3-3E72AB5F96CC}" type="presParOf" srcId="{660C0C0C-E6E5-48C7-BD31-E85993D03811}" destId="{ED8D03C6-1AFD-4066-BFA9-DCC0F792DCB2}" srcOrd="2" destOrd="0" presId="urn:microsoft.com/office/officeart/2008/layout/LinedList"/>
    <dgm:cxn modelId="{F2B0062D-6A2B-4042-841A-9D607092AF47}" type="presParOf" srcId="{660C0C0C-E6E5-48C7-BD31-E85993D03811}" destId="{F267A422-7233-47AF-8A4C-CDB67417FFB2}" srcOrd="3" destOrd="0" presId="urn:microsoft.com/office/officeart/2008/layout/LinedList"/>
    <dgm:cxn modelId="{9A22FF02-F7DE-489F-B987-A1BC87F80274}" type="presParOf" srcId="{F267A422-7233-47AF-8A4C-CDB67417FFB2}" destId="{9249AD5F-10E7-406B-B20A-30E07DC12383}" srcOrd="0" destOrd="0" presId="urn:microsoft.com/office/officeart/2008/layout/LinedList"/>
    <dgm:cxn modelId="{B1FF06FE-FE2F-469B-ABE7-2DD667D687B3}" type="presParOf" srcId="{F267A422-7233-47AF-8A4C-CDB67417FFB2}" destId="{505B9A5E-AF5B-4DE4-80CA-2007CB0EFDA4}" srcOrd="1" destOrd="0" presId="urn:microsoft.com/office/officeart/2008/layout/LinedList"/>
    <dgm:cxn modelId="{80C648AE-8052-41FB-B8C3-0B6480CAE180}" type="presParOf" srcId="{660C0C0C-E6E5-48C7-BD31-E85993D03811}" destId="{7EB54609-2CCA-43AA-9F8E-C80D21DAE45B}" srcOrd="4" destOrd="0" presId="urn:microsoft.com/office/officeart/2008/layout/LinedList"/>
    <dgm:cxn modelId="{5DE2B93A-71F0-43B8-9746-083D6EA7B434}" type="presParOf" srcId="{660C0C0C-E6E5-48C7-BD31-E85993D03811}" destId="{F19BF8AD-405B-490B-8D9B-046B1ECDA1DB}" srcOrd="5" destOrd="0" presId="urn:microsoft.com/office/officeart/2008/layout/LinedList"/>
    <dgm:cxn modelId="{1A280223-7BE5-4C0B-B6CE-C3319B7FFF04}" type="presParOf" srcId="{F19BF8AD-405B-490B-8D9B-046B1ECDA1DB}" destId="{C676DDCB-D120-4733-A3E6-64E77FFB5811}" srcOrd="0" destOrd="0" presId="urn:microsoft.com/office/officeart/2008/layout/LinedList"/>
    <dgm:cxn modelId="{546DE54C-3262-4652-BE4F-82744293319A}" type="presParOf" srcId="{F19BF8AD-405B-490B-8D9B-046B1ECDA1DB}" destId="{FEB182D6-8A29-4263-8610-D0C3E7256A9E}" srcOrd="1" destOrd="0" presId="urn:microsoft.com/office/officeart/2008/layout/LinedList"/>
    <dgm:cxn modelId="{22B82CDF-E029-4A34-9204-EB3ADF8EC875}" type="presParOf" srcId="{660C0C0C-E6E5-48C7-BD31-E85993D03811}" destId="{18A3BB60-18C7-4102-BD3C-12C1C45CAA47}" srcOrd="6" destOrd="0" presId="urn:microsoft.com/office/officeart/2008/layout/LinedList"/>
    <dgm:cxn modelId="{6DB71359-D8A0-4635-B6B1-699C74E3B31D}" type="presParOf" srcId="{660C0C0C-E6E5-48C7-BD31-E85993D03811}" destId="{51E32E6F-35E0-43A2-B71E-6F774820A52C}" srcOrd="7" destOrd="0" presId="urn:microsoft.com/office/officeart/2008/layout/LinedList"/>
    <dgm:cxn modelId="{02A53515-2960-4580-906F-31A168FD6518}" type="presParOf" srcId="{51E32E6F-35E0-43A2-B71E-6F774820A52C}" destId="{E770984E-E42C-4530-A9B0-4982E4AF8BF6}" srcOrd="0" destOrd="0" presId="urn:microsoft.com/office/officeart/2008/layout/LinedList"/>
    <dgm:cxn modelId="{39992C77-7375-460E-A83F-67FE762C53F5}" type="presParOf" srcId="{51E32E6F-35E0-43A2-B71E-6F774820A52C}" destId="{0615BC8D-0ED9-4A7D-9A62-F1D4735D4EBC}" srcOrd="1" destOrd="0" presId="urn:microsoft.com/office/officeart/2008/layout/LinedList"/>
    <dgm:cxn modelId="{BEE11132-F549-4146-9BC6-AF7A8C2E1EEE}" type="presParOf" srcId="{660C0C0C-E6E5-48C7-BD31-E85993D03811}" destId="{04935899-6289-40E1-9C9C-7123A6A7D8CC}" srcOrd="8" destOrd="0" presId="urn:microsoft.com/office/officeart/2008/layout/LinedList"/>
    <dgm:cxn modelId="{BA549EE8-391C-4519-A2A7-3A8E1FF0175E}" type="presParOf" srcId="{660C0C0C-E6E5-48C7-BD31-E85993D03811}" destId="{953F833A-5B2E-4E3A-A660-C6FF23AF7D44}" srcOrd="9" destOrd="0" presId="urn:microsoft.com/office/officeart/2008/layout/LinedList"/>
    <dgm:cxn modelId="{3DF05E57-E83C-4CC9-B243-3401B845B81C}" type="presParOf" srcId="{953F833A-5B2E-4E3A-A660-C6FF23AF7D44}" destId="{20A78C4A-357D-4DCF-AF3D-AD8178FC4C1C}" srcOrd="0" destOrd="0" presId="urn:microsoft.com/office/officeart/2008/layout/LinedList"/>
    <dgm:cxn modelId="{A92D8582-7696-45A2-81CE-084A681BD376}" type="presParOf" srcId="{953F833A-5B2E-4E3A-A660-C6FF23AF7D44}" destId="{4BA1D250-F4E3-49AC-BAEE-12B39853DD5D}" srcOrd="1" destOrd="0" presId="urn:microsoft.com/office/officeart/2008/layout/LinedList"/>
    <dgm:cxn modelId="{305E42BB-D24B-4D7F-BCC8-74316DECD346}" type="presParOf" srcId="{660C0C0C-E6E5-48C7-BD31-E85993D03811}" destId="{9433006A-72EE-4FEC-9A36-85268B2E097A}" srcOrd="10" destOrd="0" presId="urn:microsoft.com/office/officeart/2008/layout/LinedList"/>
    <dgm:cxn modelId="{3D137E6B-59D1-4861-9618-38D77386E7A9}" type="presParOf" srcId="{660C0C0C-E6E5-48C7-BD31-E85993D03811}" destId="{080E1341-A9AF-467B-9A39-3959D28086C2}" srcOrd="11" destOrd="0" presId="urn:microsoft.com/office/officeart/2008/layout/LinedList"/>
    <dgm:cxn modelId="{263989A0-D368-4032-A89D-0CDC408BA7E1}" type="presParOf" srcId="{080E1341-A9AF-467B-9A39-3959D28086C2}" destId="{7BF48EA5-FC06-462B-B784-B26A9533FE1B}" srcOrd="0" destOrd="0" presId="urn:microsoft.com/office/officeart/2008/layout/LinedList"/>
    <dgm:cxn modelId="{5DDC6D70-6E0F-4AF1-9111-8990FA60D603}" type="presParOf" srcId="{080E1341-A9AF-467B-9A39-3959D28086C2}" destId="{42F144EE-915B-46E3-81B2-AEDB13CEDEF4}" srcOrd="1" destOrd="0" presId="urn:microsoft.com/office/officeart/2008/layout/LinedList"/>
    <dgm:cxn modelId="{C82BA087-64FB-4AA2-AC1C-06919011A3D4}" type="presParOf" srcId="{660C0C0C-E6E5-48C7-BD31-E85993D03811}" destId="{537C9096-1069-426A-91D9-02783563388E}" srcOrd="12" destOrd="0" presId="urn:microsoft.com/office/officeart/2008/layout/LinedList"/>
    <dgm:cxn modelId="{DBC16208-2833-4EFA-BE14-17A9AF13E615}" type="presParOf" srcId="{660C0C0C-E6E5-48C7-BD31-E85993D03811}" destId="{70FC8741-127D-41C8-AEB5-34BC54596B3E}" srcOrd="13" destOrd="0" presId="urn:microsoft.com/office/officeart/2008/layout/LinedList"/>
    <dgm:cxn modelId="{5883164E-3FA3-4E3F-B842-24F66AEC142C}" type="presParOf" srcId="{70FC8741-127D-41C8-AEB5-34BC54596B3E}" destId="{54B21D64-BEEC-441B-A562-E914AE5FAB5A}" srcOrd="0" destOrd="0" presId="urn:microsoft.com/office/officeart/2008/layout/LinedList"/>
    <dgm:cxn modelId="{4E472976-0185-4239-AD2B-C222E85BA980}" type="presParOf" srcId="{70FC8741-127D-41C8-AEB5-34BC54596B3E}" destId="{49C45489-AC99-4EEE-BBBC-A498C78F826E}" srcOrd="1" destOrd="0" presId="urn:microsoft.com/office/officeart/2008/layout/LinedList"/>
    <dgm:cxn modelId="{A7CBE789-7B89-49A4-AD63-457925918640}" type="presParOf" srcId="{660C0C0C-E6E5-48C7-BD31-E85993D03811}" destId="{5090543B-D580-400F-AF68-2131F009A8AE}" srcOrd="14" destOrd="0" presId="urn:microsoft.com/office/officeart/2008/layout/LinedList"/>
    <dgm:cxn modelId="{12C0D856-4203-4352-9DC3-9BCA4BBC10D4}" type="presParOf" srcId="{660C0C0C-E6E5-48C7-BD31-E85993D03811}" destId="{B021AFCB-57E8-424A-9468-6FBC7AFEC328}" srcOrd="15" destOrd="0" presId="urn:microsoft.com/office/officeart/2008/layout/LinedList"/>
    <dgm:cxn modelId="{2353E2BD-BDE3-4F9F-B420-4F25292F10AD}" type="presParOf" srcId="{B021AFCB-57E8-424A-9468-6FBC7AFEC328}" destId="{7C9C7917-49FA-4932-B8F1-8F80CF653AA2}" srcOrd="0" destOrd="0" presId="urn:microsoft.com/office/officeart/2008/layout/LinedList"/>
    <dgm:cxn modelId="{1F82FDAF-2983-472D-8089-B5DCA5DB9612}" type="presParOf" srcId="{B021AFCB-57E8-424A-9468-6FBC7AFEC328}" destId="{266812DE-F3F2-4EF5-8B2D-B58B960D8E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46275-9CC2-43A1-957A-5D691B275505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457CF9-A13E-44E2-B0BF-3640B871832B}">
      <dsp:nvSpPr>
        <dsp:cNvPr id="0" name=""/>
        <dsp:cNvSpPr/>
      </dsp:nvSpPr>
      <dsp:spPr>
        <a:xfrm>
          <a:off x="0" y="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洋葱</a:t>
          </a:r>
          <a:endParaRPr lang="zh-CN" sz="2500" kern="1200"/>
        </a:p>
      </dsp:txBody>
      <dsp:txXfrm>
        <a:off x="0" y="0"/>
        <a:ext cx="8229600" cy="565745"/>
      </dsp:txXfrm>
    </dsp:sp>
    <dsp:sp modelId="{ED8D03C6-1AFD-4066-BFA9-DCC0F792DCB2}">
      <dsp:nvSpPr>
        <dsp:cNvPr id="0" name=""/>
        <dsp:cNvSpPr/>
      </dsp:nvSpPr>
      <dsp:spPr>
        <a:xfrm>
          <a:off x="0" y="565745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249AD5F-10E7-406B-B20A-30E07DC12383}">
      <dsp:nvSpPr>
        <dsp:cNvPr id="0" name=""/>
        <dsp:cNvSpPr/>
      </dsp:nvSpPr>
      <dsp:spPr>
        <a:xfrm>
          <a:off x="0" y="565745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胡萝卜</a:t>
          </a:r>
          <a:endParaRPr lang="zh-CN" sz="2500" kern="1200" dirty="0"/>
        </a:p>
      </dsp:txBody>
      <dsp:txXfrm>
        <a:off x="0" y="565745"/>
        <a:ext cx="8229600" cy="565745"/>
      </dsp:txXfrm>
    </dsp:sp>
    <dsp:sp modelId="{7EB54609-2CCA-43AA-9F8E-C80D21DAE45B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676DDCB-D120-4733-A3E6-64E77FFB5811}">
      <dsp:nvSpPr>
        <dsp:cNvPr id="0" name=""/>
        <dsp:cNvSpPr/>
      </dsp:nvSpPr>
      <dsp:spPr>
        <a:xfrm>
          <a:off x="0" y="113149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海藻</a:t>
          </a:r>
          <a:endParaRPr lang="zh-CN" sz="2500" kern="1200"/>
        </a:p>
      </dsp:txBody>
      <dsp:txXfrm>
        <a:off x="0" y="1131490"/>
        <a:ext cx="8229600" cy="565745"/>
      </dsp:txXfrm>
    </dsp:sp>
    <dsp:sp modelId="{18A3BB60-18C7-4102-BD3C-12C1C45CAA47}">
      <dsp:nvSpPr>
        <dsp:cNvPr id="0" name=""/>
        <dsp:cNvSpPr/>
      </dsp:nvSpPr>
      <dsp:spPr>
        <a:xfrm>
          <a:off x="0" y="1697236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770984E-E42C-4530-A9B0-4982E4AF8BF6}">
      <dsp:nvSpPr>
        <dsp:cNvPr id="0" name=""/>
        <dsp:cNvSpPr/>
      </dsp:nvSpPr>
      <dsp:spPr>
        <a:xfrm>
          <a:off x="0" y="169723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西红柿</a:t>
          </a:r>
          <a:endParaRPr lang="zh-CN" sz="2500" kern="1200" dirty="0"/>
        </a:p>
      </dsp:txBody>
      <dsp:txXfrm>
        <a:off x="0" y="1697236"/>
        <a:ext cx="8229600" cy="565745"/>
      </dsp:txXfrm>
    </dsp:sp>
    <dsp:sp modelId="{04935899-6289-40E1-9C9C-7123A6A7D8CC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0A78C4A-357D-4DCF-AF3D-AD8178FC4C1C}">
      <dsp:nvSpPr>
        <dsp:cNvPr id="0" name=""/>
        <dsp:cNvSpPr/>
      </dsp:nvSpPr>
      <dsp:spPr>
        <a:xfrm>
          <a:off x="0" y="2262981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芹菜、韭菜</a:t>
          </a:r>
          <a:endParaRPr lang="zh-CN" sz="2500" kern="1200" dirty="0"/>
        </a:p>
      </dsp:txBody>
      <dsp:txXfrm>
        <a:off x="0" y="2262981"/>
        <a:ext cx="8229600" cy="565745"/>
      </dsp:txXfrm>
    </dsp:sp>
    <dsp:sp modelId="{9433006A-72EE-4FEC-9A36-85268B2E097A}">
      <dsp:nvSpPr>
        <dsp:cNvPr id="0" name=""/>
        <dsp:cNvSpPr/>
      </dsp:nvSpPr>
      <dsp:spPr>
        <a:xfrm>
          <a:off x="0" y="2828726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BF48EA5-FC06-462B-B784-B26A9533FE1B}">
      <dsp:nvSpPr>
        <dsp:cNvPr id="0" name=""/>
        <dsp:cNvSpPr/>
      </dsp:nvSpPr>
      <dsp:spPr>
        <a:xfrm>
          <a:off x="0" y="282872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大白菜、南瓜</a:t>
          </a:r>
          <a:endParaRPr lang="zh-CN" sz="2500" kern="1200" dirty="0"/>
        </a:p>
      </dsp:txBody>
      <dsp:txXfrm>
        <a:off x="0" y="2828726"/>
        <a:ext cx="8229600" cy="565745"/>
      </dsp:txXfrm>
    </dsp:sp>
    <dsp:sp modelId="{537C9096-1069-426A-91D9-02783563388E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4B21D64-BEEC-441B-A562-E914AE5FAB5A}">
      <dsp:nvSpPr>
        <dsp:cNvPr id="0" name=""/>
        <dsp:cNvSpPr/>
      </dsp:nvSpPr>
      <dsp:spPr>
        <a:xfrm>
          <a:off x="0" y="3394472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smtClean="0"/>
            <a:t>蘑菇</a:t>
          </a:r>
          <a:endParaRPr lang="zh-CN" sz="2500" kern="1200"/>
        </a:p>
      </dsp:txBody>
      <dsp:txXfrm>
        <a:off x="0" y="3394472"/>
        <a:ext cx="8229600" cy="565745"/>
      </dsp:txXfrm>
    </dsp:sp>
    <dsp:sp modelId="{5090543B-D580-400F-AF68-2131F009A8AE}">
      <dsp:nvSpPr>
        <dsp:cNvPr id="0" name=""/>
        <dsp:cNvSpPr/>
      </dsp:nvSpPr>
      <dsp:spPr>
        <a:xfrm>
          <a:off x="0" y="3960217"/>
          <a:ext cx="8229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C9C7917-49FA-4932-B8F1-8F80CF653AA2}">
      <dsp:nvSpPr>
        <dsp:cNvPr id="0" name=""/>
        <dsp:cNvSpPr/>
      </dsp:nvSpPr>
      <dsp:spPr>
        <a:xfrm>
          <a:off x="0" y="3960217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kern="1200" dirty="0" smtClean="0">
              <a:hlinkClick xmlns:r="http://schemas.openxmlformats.org/officeDocument/2006/relationships" r:id="" action="ppaction://hlinksldjump"/>
            </a:rPr>
            <a:t>大蒜</a:t>
          </a:r>
          <a:endParaRPr lang="zh-CN" sz="2500" kern="1200" dirty="0"/>
        </a:p>
      </dsp:txBody>
      <dsp:txXfrm>
        <a:off x="0" y="3960217"/>
        <a:ext cx="8229600" cy="5657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718B9-3D3E-4A99-A923-90443F1482C0}" type="datetimeFigureOut">
              <a:rPr lang="zh-CN" altLang="en-US" smtClean="0"/>
              <a:t>2016/5/10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276D7-B362-4E86-B9A0-13503DD98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20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D703-4FF6-42D3-9A26-F42F986224FA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5D27-4F2A-43B6-9DB9-828322C2DB2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2273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13E2-54FA-4BBB-BE0B-BDA0E05F0A96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482A-0257-4544-BA3D-174C4109AB6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590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47235-507F-469B-98D2-7FBDA451F5A9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52258-5339-49A7-AD81-AD18AFB7DF5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6994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F21E6-EC4E-4662-BAAA-B8B86F754B54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9CC8-A29B-4216-BAAA-CB41998F241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7012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7CFF-975E-42F6-86E7-AD5AEFDE7F5D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ECC37-8819-44AE-B43A-0CFAEDACD1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375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CEAC-174F-4F3B-8259-98506DB1A026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9A33-7311-4657-83B2-D08AA87C6B5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682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DB2C-BAC1-4551-A655-60890A5F6F00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C4BF-3986-4385-B828-4E823CA11AE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4359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731A-91A9-4831-80A1-2C54474DD5BE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4275E-5863-4AB2-918B-F434E97C4C5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2035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45A3-4CE8-4996-B803-4FD0F12ECBF7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0976-3C72-4A31-B5B7-C26F6988DF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974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6CBC-E965-4E4A-9513-CF25B1877F30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E0A6-F0D5-4BDA-BC45-5A2FE9A0E9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0227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E8054-6644-4124-99A6-6DC801F14248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89D0C-8E7B-4CA7-A309-C21E3BC2800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762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DB91A-1F70-4BA1-BAA5-4FE87B8D3E33}" type="datetime2">
              <a:rPr lang="zh-CN" altLang="en-US" smtClean="0"/>
              <a:t>2016年5月10日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E91B4-31C1-4E23-A955-0D15A346833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081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>
                <a:latin typeface="+mj-ea"/>
              </a:rPr>
              <a:t>抗癌蔬菜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健康知识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蔬菜中含有抗癌物质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许多蔬菜中含有抗癌物质，具有防癌、抗癌的作用，以下十种蔬菜最受青睐。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十种抗癌蔬菜</a:t>
            </a: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87403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洋葱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含有</a:t>
            </a:r>
            <a:r>
              <a:rPr lang="zh-CN" altLang="en-US" dirty="0"/>
              <a:t>的栎皮黄素，是目前已知的最有力的天然抗癌物质之一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可</a:t>
            </a:r>
            <a:r>
              <a:rPr lang="zh-CN" altLang="en-US" dirty="0"/>
              <a:t>抑制多种至癌物质的活性，还可防止癌细胞的生长。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胡萝卜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胡萝卜中的胡萝卜素，人食后于体内可生成维生素</a:t>
            </a:r>
            <a:r>
              <a:rPr lang="en-US" altLang="zh-CN" dirty="0"/>
              <a:t>A</a:t>
            </a:r>
            <a:r>
              <a:rPr lang="zh-CN" altLang="en-US" dirty="0"/>
              <a:t>，具有稳定上皮细胞，阻止细胞过度增殖引起癌变的作用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胡萝卜素</a:t>
            </a:r>
            <a:r>
              <a:rPr lang="zh-CN" altLang="en-US" dirty="0"/>
              <a:t>为脂溶性物质生吃不易被吸收，宜用油烹调后食用。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海藻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海藻</a:t>
            </a:r>
            <a:r>
              <a:rPr lang="zh-CN" altLang="en-US" dirty="0"/>
              <a:t>类菜（包括海带、紫菜、裙带菜等）所含纤维素高，不易被消化，可促进肠蠕动，利于体内有害物质的排出后癌患者血液多呈酸性，而含钙等无机盐丰富的海藻，能调节和平衡血液的酸碱度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常</a:t>
            </a:r>
            <a:r>
              <a:rPr lang="zh-CN" altLang="en-US" dirty="0"/>
              <a:t>食海藻，有防治甲状腺肿大和预防便秘的作用。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西红柿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富含</a:t>
            </a:r>
            <a:r>
              <a:rPr lang="zh-CN" altLang="en-US" dirty="0"/>
              <a:t>维生素</a:t>
            </a:r>
            <a:r>
              <a:rPr lang="en-US" altLang="zh-CN" dirty="0"/>
              <a:t>C</a:t>
            </a:r>
            <a:r>
              <a:rPr lang="zh-CN" altLang="en-US" dirty="0"/>
              <a:t>，可增强人体抗病能力，刺激人体生成能抗癌的干扰素，阻止人体对致癌物亚硝胺的吸收。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芹菜、韭菜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都含有丰富的纤维素，可促进胃肠蠕动，减少致癌物质在消化道中的滞留时间，减弱了致癌物对机体的侵害。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大白菜、南瓜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含微量元素钼，可阻止体内致癌物质亚硝胺的合成。南瓜还含有分解亚硝胺的酶。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蘑菇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具有</a:t>
            </a:r>
            <a:r>
              <a:rPr lang="zh-CN" altLang="en-US" dirty="0"/>
              <a:t>低热能、高蛋白、高纤维素的特点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所</a:t>
            </a:r>
            <a:r>
              <a:rPr lang="zh-CN" altLang="en-US" dirty="0"/>
              <a:t>含的纤维素能吸收胆固醇和防止便秘，使场内有害物质能及早排出体外，对防止高胆固醇血症、便秘和癌症，有一定效果。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大蒜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大蒜中有一种含硫化合物（蒜氨酸），能</a:t>
            </a:r>
            <a:r>
              <a:rPr lang="zh-CN" altLang="en-US" dirty="0" smtClean="0"/>
              <a:t>消除亚</a:t>
            </a:r>
            <a:r>
              <a:rPr lang="zh-CN" altLang="en-US" dirty="0"/>
              <a:t>硝胺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每天</a:t>
            </a:r>
            <a:r>
              <a:rPr lang="zh-CN" altLang="en-US" dirty="0"/>
              <a:t>吃</a:t>
            </a:r>
            <a:r>
              <a:rPr lang="en-US" altLang="zh-CN" dirty="0"/>
              <a:t>10</a:t>
            </a:r>
            <a:r>
              <a:rPr lang="zh-CN" altLang="en-US" dirty="0"/>
              <a:t>克大蒜，对预防癌症，特别是胃癌非常有益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山东</a:t>
            </a:r>
            <a:r>
              <a:rPr lang="zh-CN" altLang="en-US" dirty="0"/>
              <a:t>出产大蒜地区的人吃大蒜多，胃癌发病率明显低于其它地区。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382</Words>
  <Application>Microsoft Office PowerPoint</Application>
  <PresentationFormat>全屏显示(4:3)</PresentationFormat>
  <Paragraphs>35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主题​​</vt:lpstr>
      <vt:lpstr>抗癌蔬菜</vt:lpstr>
      <vt:lpstr>蔬菜中含有抗癌物质</vt:lpstr>
      <vt:lpstr>十种抗癌蔬菜</vt:lpstr>
      <vt:lpstr>洋葱</vt:lpstr>
      <vt:lpstr>胡萝卜</vt:lpstr>
      <vt:lpstr>海藻</vt:lpstr>
      <vt:lpstr>西红柿</vt:lpstr>
      <vt:lpstr>芹菜、韭菜</vt:lpstr>
      <vt:lpstr>大白菜、南瓜</vt:lpstr>
      <vt:lpstr>蘑菇</vt:lpstr>
      <vt:lpstr>大蒜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抗癌蔬菜</dc:title>
  <dc:creator>User</dc:creator>
  <cp:keywords>  　       　 　          　        　       　    　 　 　  　</cp:keywords>
  <dc:description>  　       　 　          　        　       　    　 　 　  　</dc:description>
  <cp:lastModifiedBy>nutmeat</cp:lastModifiedBy>
  <cp:revision>17</cp:revision>
  <dcterms:created xsi:type="dcterms:W3CDTF">2011-04-05T07:16:01Z</dcterms:created>
  <dcterms:modified xsi:type="dcterms:W3CDTF">2016-05-09T19:53:24Z</dcterms:modified>
</cp:coreProperties>
</file>