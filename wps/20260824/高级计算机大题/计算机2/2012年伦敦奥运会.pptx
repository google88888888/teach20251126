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2012</a:t>
            </a:r>
            <a:r>
              <a:rPr lang="zh-CN" altLang="en-US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年伦敦奥运会</a:t>
            </a:r>
            <a:endParaRPr lang="zh-CN" altLang="en-US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005">
        <p:blinds/>
      </p:transition>
    </mc:Choice>
    <mc:Fallback>
      <p:transition spd="slow" advTm="6005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hlinkClick r:id="rId1" tooltip="" action="ppaction://hlinksldjump"/>
              </a:rPr>
              <a:t>奥运会会徽</a:t>
            </a:r>
            <a:endParaRPr lang="zh-CN" altLang="en-US"/>
          </a:p>
          <a:p>
            <a:r>
              <a:rPr lang="zh-CN" altLang="en-US">
                <a:hlinkClick r:id="rId2" tooltip="" action="ppaction://hlinksldjump"/>
              </a:rPr>
              <a:t>奥运口号</a:t>
            </a:r>
            <a:endParaRPr lang="zh-CN" altLang="en-US"/>
          </a:p>
          <a:p>
            <a:r>
              <a:rPr lang="zh-CN" altLang="en-US">
                <a:hlinkClick r:id="rId3" tooltip="" action="ppaction://hlinksldjump"/>
              </a:rPr>
              <a:t>申奥会徽</a:t>
            </a:r>
            <a:endParaRPr lang="zh-CN" altLang="en-US"/>
          </a:p>
          <a:p>
            <a:r>
              <a:rPr lang="zh-CN" altLang="en-US">
                <a:hlinkClick r:id="rId4" tooltip="" action="ppaction://hlinksldjump"/>
              </a:rPr>
              <a:t>举办时间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2012年伦敦奥运会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blinds/>
      </p:transition>
    </mc:Choice>
    <mc:Fallback>
      <p:transition spd="slow" advTm="3000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奥运会会徽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2012年伦敦奥运会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奥运口号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Embrace the four winds friends  </a:t>
            </a:r>
            <a:r>
              <a:rPr lang="zh-CN" altLang="en-US"/>
              <a:t>拥抱四方朋友！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2012年伦敦奥运会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blinds/>
      </p:transition>
    </mc:Choice>
    <mc:Fallback>
      <p:transition spd="slow" advTm="3000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申奥会徽</a:t>
            </a:r>
            <a:endParaRPr lang="zh-CN" altLang="en-US"/>
          </a:p>
        </p:txBody>
      </p:sp>
      <p:pic>
        <p:nvPicPr>
          <p:cNvPr id="4" name="内容占位符 3" descr="奥运会徽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120265" y="1949450"/>
            <a:ext cx="7620000" cy="356616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2012年伦敦奥运会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blinds/>
      </p:transition>
    </mc:Choice>
    <mc:Fallback>
      <p:transition spd="slow" advTm="3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举办时间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2012</a:t>
            </a:r>
            <a:r>
              <a:rPr lang="zh-CN" altLang="en-US"/>
              <a:t>年伦敦奥运会将于</a:t>
            </a:r>
            <a:r>
              <a:rPr lang="en-US" altLang="zh-CN"/>
              <a:t>2012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</a:t>
            </a:r>
            <a:r>
              <a:rPr lang="en-US" altLang="zh-CN"/>
              <a:t>27</a:t>
            </a:r>
            <a:r>
              <a:rPr lang="zh-CN" altLang="en-US"/>
              <a:t>日（星期五</a:t>
            </a:r>
            <a:r>
              <a:rPr lang="en-US" altLang="zh-CN"/>
              <a:t>)</a:t>
            </a:r>
            <a:r>
              <a:rPr lang="zh-CN" altLang="en-US"/>
              <a:t>开幕，于</a:t>
            </a:r>
            <a:r>
              <a:rPr lang="en-US" altLang="zh-CN"/>
              <a:t>2012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</a:t>
            </a:r>
            <a:r>
              <a:rPr lang="en-US" altLang="zh-CN"/>
              <a:t>12</a:t>
            </a:r>
            <a:r>
              <a:rPr lang="zh-CN" altLang="en-US"/>
              <a:t>日（星期日）闭幕。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2012年伦敦奥运会</a:t>
            </a:r>
            <a:endParaRPr lang="zh-CN" altLang="en-US"/>
          </a:p>
        </p:txBody>
      </p:sp>
      <p:sp>
        <p:nvSpPr>
          <p:cNvPr id="8" name="动作按钮: 前进或下一项 7">
            <a:hlinkClick r:id="" tooltip="" action="ppaction://hlinkshowjump?jump=firstslide"/>
          </p:cNvPr>
          <p:cNvSpPr/>
          <p:nvPr/>
        </p:nvSpPr>
        <p:spPr>
          <a:xfrm>
            <a:off x="6699250" y="4415790"/>
            <a:ext cx="747395" cy="67119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</p:transition>
    </mc:Choice>
    <mc:Fallback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演示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华文行楷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杨延镇</cp:lastModifiedBy>
  <cp:revision>3</cp:revision>
  <dcterms:created xsi:type="dcterms:W3CDTF">2026-08-21T00:42:00Z</dcterms:created>
  <dcterms:modified xsi:type="dcterms:W3CDTF">2026-08-21T01:26:22Z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E94B08F567A24D5187E63648EF29CC22</vt:lpwstr>
  </property>
  <property fmtid="{D5CDD505-2E9C-101B-9397-08002B2CF9AE}" pid="3" name="KSOProductBuildVer">
    <vt:lpwstr>2052-11.8.2.11718</vt:lpwstr>
  </property>
</Properties>
</file>