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howGuides="1">
      <p:cViewPr>
        <p:scale>
          <a:sx n="75" d="100"/>
          <a:sy n="75" d="100"/>
        </p:scale>
        <p:origin x="-660" y="-5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46ADC-7756-46F7-9A2D-0DFF519522A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3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06CA8-D633-4B31-8268-8F41324E5F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9902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877B-0283-4484-9045-F7B441F4504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014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4A3D9-0402-4190-A7C6-64D18497AC4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9393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DCD3D-64E7-4F83-B582-A37A9B24908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458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0E4D6-BA47-4396-81D6-739F3C9F260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4121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5BC6-AE92-41E5-A515-5DEC9075FBC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9603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C31BB-0D4D-4870-9E00-26D63C085F1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0972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17DCB-A680-4502-BE8D-967276DF6D2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9032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86B8-F2F2-4203-B2A9-D5B1E678E1A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2091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4BC2-7619-4BB5-9725-4FDEE8023BE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7310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527C9-CA60-4303-9573-4312F1749AF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2191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如何缓解就业压力</a:t>
            </a:r>
          </a:p>
        </p:txBody>
      </p:sp>
      <p:pic>
        <p:nvPicPr>
          <p:cNvPr id="5" name="Picture 2053" descr="http://www.scxdf.com/uploads/allimg/130224/11-13022410111D07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90750" y="2467769"/>
            <a:ext cx="4762500" cy="2790825"/>
          </a:xfrm>
          <a:prstGeom prst="rect">
            <a:avLst/>
          </a:prstGeom>
          <a:noFill/>
          <a:ln>
            <a:noFill/>
          </a:ln>
          <a:ex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缓解就业压力的措施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ea"/>
              <a:buAutoNum type="circleNumDbPlain"/>
            </a:pPr>
            <a:r>
              <a:rPr lang="zh-CN" altLang="en-US" dirty="0"/>
              <a:t>加快推进经济增长，全面扩大就业需求</a:t>
            </a:r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/>
              <a:t>对特殊就业问题需特殊</a:t>
            </a:r>
            <a:r>
              <a:rPr lang="zh-CN" altLang="en-US" dirty="0" smtClean="0"/>
              <a:t>处理</a:t>
            </a:r>
            <a:endParaRPr lang="zh-CN" altLang="en-US" dirty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/>
              <a:t>强化劳动力市场管理，积极推进劳动力市场发育</a:t>
            </a:r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/>
              <a:t>有效实施社会救助和其他社会政策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加快推进经济增长，全面扩大就业需求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 smtClean="0"/>
              <a:t>最</a:t>
            </a:r>
            <a:r>
              <a:rPr lang="zh-CN" altLang="en-US" dirty="0"/>
              <a:t>重要的</a:t>
            </a:r>
            <a:r>
              <a:rPr lang="zh-CN" altLang="en-US" dirty="0" smtClean="0"/>
              <a:t>政策是</a:t>
            </a:r>
            <a:r>
              <a:rPr lang="zh-CN" altLang="en-US" dirty="0"/>
              <a:t>创造尽可能多的就业机会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90000"/>
              </a:lnSpc>
            </a:pPr>
            <a:r>
              <a:rPr lang="zh-CN" altLang="en-US" dirty="0" smtClean="0"/>
              <a:t>就业</a:t>
            </a:r>
            <a:r>
              <a:rPr lang="zh-CN" altLang="en-US" dirty="0"/>
              <a:t>机会能否有效扩大，主要取决于两</a:t>
            </a:r>
            <a:r>
              <a:rPr lang="zh-CN" altLang="en-US" dirty="0" smtClean="0"/>
              <a:t>点</a:t>
            </a:r>
            <a:r>
              <a:rPr lang="en-US" altLang="zh-CN" dirty="0" smtClean="0"/>
              <a:t>:</a:t>
            </a:r>
          </a:p>
          <a:p>
            <a:pPr lvl="1">
              <a:lnSpc>
                <a:spcPct val="90000"/>
              </a:lnSpc>
            </a:pPr>
            <a:r>
              <a:rPr lang="zh-CN" altLang="en-US" dirty="0" smtClean="0"/>
              <a:t>一</a:t>
            </a:r>
            <a:r>
              <a:rPr lang="zh-CN" altLang="en-US" dirty="0"/>
              <a:t>是能否保持较高的经济增长速度。有关研究表明，“九五”期间，经济增长速度只有在</a:t>
            </a:r>
            <a:r>
              <a:rPr lang="en-US" altLang="zh-CN" dirty="0"/>
              <a:t>8%</a:t>
            </a:r>
            <a:r>
              <a:rPr lang="zh-CN" altLang="en-US" dirty="0"/>
              <a:t>以上，才有可能使就业压力处于社会可承受范围之内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1">
              <a:lnSpc>
                <a:spcPct val="90000"/>
              </a:lnSpc>
            </a:pPr>
            <a:r>
              <a:rPr lang="zh-CN" altLang="en-US" dirty="0" smtClean="0"/>
              <a:t>二</a:t>
            </a:r>
            <a:r>
              <a:rPr lang="zh-CN" altLang="en-US" dirty="0"/>
              <a:t>是在特定的增长速度条件下，能否创造更多的就业机会。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对特殊就业问题需特殊处理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下岗职工再就业问题以及部分老工业基地就业压力过分沉重，是当前就业领域中的特殊问题，需特殊处理。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强化劳动力市场管理，积极推进劳动力市场发育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健全就业登记制度，规范劳动力市场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建立</a:t>
            </a:r>
            <a:r>
              <a:rPr lang="zh-CN" altLang="en-US" dirty="0"/>
              <a:t>一体化的社会保障制度，为劳动力自由流动和劳动就业市场化铺平道路这一问题已得到</a:t>
            </a:r>
            <a:r>
              <a:rPr lang="zh-CN" altLang="en-US" dirty="0" smtClean="0"/>
              <a:t>共识。</a:t>
            </a:r>
            <a:endParaRPr lang="en-US" altLang="zh-CN" dirty="0" smtClean="0"/>
          </a:p>
          <a:p>
            <a:r>
              <a:rPr lang="zh-CN" altLang="en-US" dirty="0" smtClean="0"/>
              <a:t>如何</a:t>
            </a:r>
            <a:r>
              <a:rPr lang="zh-CN" altLang="en-US" dirty="0"/>
              <a:t>进行制度改革却存在分歧。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有效实施社会救助和其他社会政策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建立一体化的社会救济体系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有效</a:t>
            </a:r>
            <a:r>
              <a:rPr lang="zh-CN" altLang="en-US" dirty="0"/>
              <a:t>运用其他社会政策，缓解因失业问题可能引发的社会矛盾。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</TotalTime>
  <Words>241</Words>
  <Application>Microsoft Office PowerPoint</Application>
  <PresentationFormat>全屏显示(4:3)</PresentationFormat>
  <Paragraphs>20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主题​​</vt:lpstr>
      <vt:lpstr>如何缓解就业压力</vt:lpstr>
      <vt:lpstr>缓解就业压力的措施</vt:lpstr>
      <vt:lpstr>加快推进经济增长，全面扩大就业需求</vt:lpstr>
      <vt:lpstr>对特殊就业问题需特殊处理</vt:lpstr>
      <vt:lpstr>强化劳动力市场管理，积极推进劳动力市场发育</vt:lpstr>
      <vt:lpstr>有效实施社会救助和其他社会政策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第三产业</dc:title>
  <dc:creator>User</dc:creator>
  <cp:keywords>  　       　 　          　        　       　    　 　 　       　</cp:keywords>
  <dc:description>  　       　 　          　        　       　    　 　 　       　</dc:description>
  <cp:lastModifiedBy>nutmeat</cp:lastModifiedBy>
  <cp:revision>28</cp:revision>
  <dcterms:created xsi:type="dcterms:W3CDTF">2010-04-17T05:17:16Z</dcterms:created>
  <dcterms:modified xsi:type="dcterms:W3CDTF">2016-05-09T19:32:56Z</dcterms:modified>
</cp:coreProperties>
</file>