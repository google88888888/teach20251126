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  <p:sldMasterId id="2147483716" r:id="rId2"/>
  </p:sldMasterIdLst>
  <p:notesMasterIdLst>
    <p:notesMasterId r:id="rId31"/>
  </p:notesMasterIdLst>
  <p:handoutMasterIdLst>
    <p:handoutMasterId r:id="rId32"/>
  </p:handoutMasterIdLst>
  <p:sldIdLst>
    <p:sldId id="2851" r:id="rId3"/>
    <p:sldId id="2878" r:id="rId4"/>
    <p:sldId id="2879" r:id="rId5"/>
    <p:sldId id="2921" r:id="rId6"/>
    <p:sldId id="2903" r:id="rId7"/>
    <p:sldId id="2941" r:id="rId8"/>
    <p:sldId id="2942" r:id="rId9"/>
    <p:sldId id="2924" r:id="rId10"/>
    <p:sldId id="2943" r:id="rId11"/>
    <p:sldId id="2944" r:id="rId12"/>
    <p:sldId id="2945" r:id="rId13"/>
    <p:sldId id="2930" r:id="rId14"/>
    <p:sldId id="2946" r:id="rId15"/>
    <p:sldId id="2947" r:id="rId16"/>
    <p:sldId id="2948" r:id="rId17"/>
    <p:sldId id="2949" r:id="rId18"/>
    <p:sldId id="2950" r:id="rId19"/>
    <p:sldId id="2951" r:id="rId20"/>
    <p:sldId id="2952" r:id="rId21"/>
    <p:sldId id="2953" r:id="rId22"/>
    <p:sldId id="2954" r:id="rId23"/>
    <p:sldId id="2935" r:id="rId24"/>
    <p:sldId id="2955" r:id="rId25"/>
    <p:sldId id="2956" r:id="rId26"/>
    <p:sldId id="2937" r:id="rId27"/>
    <p:sldId id="2957" r:id="rId28"/>
    <p:sldId id="2958" r:id="rId29"/>
    <p:sldId id="2959" r:id="rId30"/>
  </p:sldIdLst>
  <p:sldSz cx="9144000" cy="5143500" type="screen16x9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4912" indent="-12981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2081" indent="-261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69251" indent="-3939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6421" indent="-5260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625492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1950590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275688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2600786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E4"/>
    <a:srgbClr val="37ACE2"/>
    <a:srgbClr val="E13584"/>
    <a:srgbClr val="F7E700"/>
    <a:srgbClr val="F7E78D"/>
    <a:srgbClr val="F5C722"/>
    <a:srgbClr val="03ACFD"/>
    <a:srgbClr val="CC191E"/>
    <a:srgbClr val="34C8DC"/>
    <a:srgbClr val="4FB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 autoAdjust="0"/>
    <p:restoredTop sz="95317" autoAdjust="0"/>
  </p:normalViewPr>
  <p:slideViewPr>
    <p:cSldViewPr>
      <p:cViewPr varScale="1">
        <p:scale>
          <a:sx n="92" d="100"/>
          <a:sy n="92" d="100"/>
        </p:scale>
        <p:origin x="364" y="64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2025/9/4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1pPr>
    <a:lvl2pPr marL="323969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2pPr>
    <a:lvl3pPr marL="649068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3pPr>
    <a:lvl4pPr marL="974166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4pPr>
    <a:lvl5pPr marL="1299264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5pPr>
    <a:lvl6pPr marL="1625131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6pPr>
    <a:lvl7pPr marL="1950157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7pPr>
    <a:lvl8pPr marL="2275184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8pPr>
    <a:lvl9pPr marL="2600209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7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24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1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08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60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8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421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945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67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12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568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30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224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941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275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82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879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36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398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646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1673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2052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305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872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792" y="274338"/>
            <a:ext cx="7886418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CB2931F4-194C-4DD9-9505-42FC048612EF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96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920162" y="4654781"/>
            <a:ext cx="55120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47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24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1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31F4-194C-4DD9-9505-42FC048612EF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43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22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6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13" r:id="rId4"/>
    <p:sldLayoutId id="2147483714" r:id="rId5"/>
    <p:sldLayoutId id="2147483715" r:id="rId6"/>
    <p:sldLayoutId id="2147483710" r:id="rId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1C14E-A499-4597-91BF-BAAA4B27A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6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2699692" y="2151572"/>
            <a:ext cx="3744616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列表的应用</a:t>
            </a:r>
            <a:endParaRPr lang="en-US" altLang="zh-CN" sz="5120" spc="427" dirty="0">
              <a:solidFill>
                <a:schemeClr val="bg1"/>
              </a:solidFill>
              <a:latin typeface="方正尚酷简体" panose="02000000000000000000" pitchFamily="2" charset="-122"/>
              <a:ea typeface="方正尚酷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1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" y="-8293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25741" y="2911998"/>
            <a:ext cx="1088568" cy="355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70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849079" y="1162871"/>
            <a:ext cx="841897" cy="1668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51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31840" y="843558"/>
            <a:ext cx="4608512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列表的定义和索引访问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列表的切片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列表中的操作方法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列表与字符串的相互转换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列表元素的遍</a:t>
            </a:r>
          </a:p>
        </p:txBody>
      </p:sp>
    </p:spTree>
    <p:extLst>
      <p:ext uri="{BB962C8B-B14F-4D97-AF65-F5344CB8AC3E}">
        <p14:creationId xmlns:p14="http://schemas.microsoft.com/office/powerpoint/2010/main" val="118032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列表的定义和索引访问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31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序列分类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3576554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常见序列类型包括字符串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普通字符串和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unicode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字符串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，列表和元组。所谓序列，即成员有序排列，可通过下标访问。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也有学者把字典和集合看作序列，即认为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中常用的序列分类有字符串、列表、元组、字典、集合等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AD6175-C0A6-4C88-9DE6-001F6A511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26" y="1419622"/>
            <a:ext cx="42672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字符串、列表、元组等有序序列支持双向索引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个元素下标为</a:t>
            </a:r>
            <a:r>
              <a:rPr lang="en-US" altLang="zh-CN" dirty="0"/>
              <a:t>0</a:t>
            </a:r>
            <a:r>
              <a:rPr lang="zh-CN" altLang="zh-CN" dirty="0"/>
              <a:t>，第二个元素下标为</a:t>
            </a:r>
            <a:r>
              <a:rPr lang="en-US" altLang="zh-CN" dirty="0"/>
              <a:t>1</a:t>
            </a:r>
            <a:r>
              <a:rPr lang="zh-CN" altLang="zh-CN" dirty="0"/>
              <a:t>，以此类推。也可以使用负数作为索引，最后</a:t>
            </a:r>
            <a:r>
              <a:rPr lang="en-US" altLang="zh-CN" dirty="0"/>
              <a:t>1</a:t>
            </a:r>
            <a:r>
              <a:rPr lang="zh-CN" altLang="zh-CN" dirty="0"/>
              <a:t>个元素为</a:t>
            </a:r>
            <a:r>
              <a:rPr lang="en-US" altLang="zh-CN" dirty="0"/>
              <a:t>-1</a:t>
            </a:r>
            <a:r>
              <a:rPr lang="zh-CN" altLang="zh-CN" dirty="0"/>
              <a:t>，倒数第</a:t>
            </a:r>
            <a:r>
              <a:rPr lang="en-US" altLang="zh-CN" dirty="0"/>
              <a:t>2</a:t>
            </a:r>
            <a:r>
              <a:rPr lang="zh-CN" altLang="zh-CN" dirty="0"/>
              <a:t>个元素为</a:t>
            </a:r>
            <a:r>
              <a:rPr lang="en-US" altLang="zh-CN" dirty="0"/>
              <a:t>-2</a:t>
            </a:r>
            <a:r>
              <a:rPr lang="zh-CN" altLang="zh-CN" dirty="0"/>
              <a:t>，以此类推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C43D6A-1DDF-401E-9C27-F3C77727B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87" y="2571750"/>
            <a:ext cx="53816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7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列表（</a:t>
              </a:r>
              <a:r>
                <a:rPr lang="en-US" altLang="zh-CN" dirty="0"/>
                <a:t>list</a:t>
              </a:r>
              <a:r>
                <a:rPr lang="zh-CN" altLang="en-US" dirty="0"/>
                <a:t>）的特点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列表（</a:t>
            </a:r>
            <a:r>
              <a:rPr lang="en-US" altLang="zh-CN" dirty="0"/>
              <a:t>list</a:t>
            </a:r>
            <a:r>
              <a:rPr lang="zh-CN" altLang="en-US" dirty="0"/>
              <a:t>）是重要的</a:t>
            </a:r>
            <a:r>
              <a:rPr lang="en-US" altLang="zh-CN" dirty="0"/>
              <a:t>Python</a:t>
            </a:r>
            <a:r>
              <a:rPr lang="zh-CN" altLang="en-US" dirty="0"/>
              <a:t>内置对象之一，它包含了</a:t>
            </a:r>
            <a:r>
              <a:rPr lang="en-US" altLang="zh-CN" dirty="0"/>
              <a:t>0</a:t>
            </a:r>
            <a:r>
              <a:rPr lang="zh-CN" altLang="en-US" dirty="0"/>
              <a:t>个或者多个元素的有序序列。它有以下几个特点：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1</a:t>
            </a:r>
            <a:r>
              <a:rPr lang="zh-CN" altLang="en-US" dirty="0"/>
              <a:t>）列表中的元素类型可以不同，也可以相同。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）列表没有长度限制，不需要预定义长度。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）列表是有序的，列表的下标从</a:t>
            </a:r>
            <a:r>
              <a:rPr lang="en-US" altLang="zh-CN" dirty="0"/>
              <a:t>0</a:t>
            </a:r>
            <a:r>
              <a:rPr lang="zh-CN" altLang="en-US" dirty="0"/>
              <a:t>开始。访问列表的值使用下标进行访问。</a:t>
            </a:r>
          </a:p>
        </p:txBody>
      </p:sp>
    </p:spTree>
    <p:extLst>
      <p:ext uri="{BB962C8B-B14F-4D97-AF65-F5344CB8AC3E}">
        <p14:creationId xmlns:p14="http://schemas.microsoft.com/office/powerpoint/2010/main" val="315278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列表的多种定义方法和下标访问方法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列表的定义可以使用中括号“</a:t>
            </a:r>
            <a:r>
              <a:rPr lang="en-US" altLang="zh-CN" dirty="0"/>
              <a:t>[ ] ”</a:t>
            </a:r>
            <a:r>
              <a:rPr lang="zh-CN" altLang="en-US" dirty="0"/>
              <a:t>来表示 ，也可以使用</a:t>
            </a:r>
            <a:r>
              <a:rPr lang="en-US" altLang="zh-CN" dirty="0"/>
              <a:t>list()</a:t>
            </a:r>
            <a:r>
              <a:rPr lang="zh-CN" altLang="en-US" dirty="0"/>
              <a:t>函数来表示。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以下是</a:t>
            </a:r>
            <a:r>
              <a:rPr lang="en-US" altLang="zh-CN" dirty="0"/>
              <a:t>5</a:t>
            </a:r>
            <a:r>
              <a:rPr lang="zh-CN" altLang="en-US" dirty="0"/>
              <a:t>种定义列表的方法。对于初始状态不清楚时，可以先定义空白列表，再根据实际情况对列表赋值。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F75D75-CA68-47F5-B474-4F31BAF67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06" y="3038675"/>
            <a:ext cx="7718530" cy="162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6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列表的切片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0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列表的多种定义方法和下标访问方法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2126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切片操作是访问序列中元素的另一种方法，它可以访问一定范围内的元素，通过切片操作，可以生成一个新的序列。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序列实现切片操作的语法格式，</a:t>
            </a:r>
            <a:r>
              <a:rPr lang="zh-CN" altLang="zh-CN" sz="1800" kern="1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它与字符串的切片操作类似，即</a:t>
            </a:r>
            <a:endParaRPr lang="en-US" altLang="zh-CN" sz="1800" kern="1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1800" kern="1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开始索引：结束索引：步长 </a:t>
            </a:r>
            <a:r>
              <a:rPr lang="en-US" altLang="zh-CN" sz="1800" kern="1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94AEAF-BB66-43D0-943A-811ACD45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3363838"/>
            <a:ext cx="14085398" cy="10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9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范例：列表的切片操作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字符串的切片操作对列表也同样适用。列表的切片也可以使用</a:t>
            </a:r>
            <a:r>
              <a:rPr lang="en-US" altLang="zh-CN" dirty="0"/>
              <a:t>[start : end]</a:t>
            </a:r>
            <a:r>
              <a:rPr lang="zh-CN" altLang="en-US" dirty="0"/>
              <a:t>的方式进行。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104E97-31D0-4CC9-A02B-F0EE791E0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283718"/>
            <a:ext cx="799288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0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范例：列表的切片操作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2CA851-D9D1-48D1-8C3B-AB74068DE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961673"/>
            <a:ext cx="8244576" cy="12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列表中的操作方法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03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19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列表类型的一些通用的操作方法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列表类型的一些通用的操作方法如下表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86101C-85BF-4225-9F05-21821EFD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675634"/>
            <a:ext cx="53340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5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append()</a:t>
              </a:r>
              <a:r>
                <a:rPr lang="zh-CN" altLang="en-US" dirty="0"/>
                <a:t>、</a:t>
              </a:r>
              <a:r>
                <a:rPr lang="en-US" altLang="zh-CN" dirty="0"/>
                <a:t>extend()</a:t>
              </a:r>
              <a:r>
                <a:rPr lang="zh-CN" altLang="en-US" dirty="0"/>
                <a:t>和</a:t>
              </a:r>
              <a:r>
                <a:rPr lang="en-US" altLang="zh-CN" dirty="0"/>
                <a:t>insert</a:t>
              </a:r>
              <a:r>
                <a:rPr lang="zh-CN" altLang="en-US" dirty="0"/>
                <a:t>实现增加操作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append</a:t>
            </a:r>
            <a:r>
              <a:rPr lang="zh-CN" altLang="en-US" dirty="0"/>
              <a:t>（）在列表末尾实现元素的追加，使用</a:t>
            </a:r>
            <a:r>
              <a:rPr lang="en-US" altLang="zh-CN" dirty="0"/>
              <a:t>extend</a:t>
            </a:r>
            <a:r>
              <a:rPr lang="zh-CN" altLang="en-US" dirty="0"/>
              <a:t>（）在列表末尾实现整个列表的追加，使用</a:t>
            </a:r>
            <a:r>
              <a:rPr lang="en-US" altLang="zh-CN" dirty="0"/>
              <a:t>insert</a:t>
            </a:r>
            <a:r>
              <a:rPr lang="zh-CN" altLang="en-US" dirty="0"/>
              <a:t>（）可以实现指定位置增加元素。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C84A58-17DE-4098-82DD-83CAD2F7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1906732"/>
            <a:ext cx="53054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3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append()</a:t>
              </a:r>
              <a:r>
                <a:rPr lang="zh-CN" altLang="en-US" dirty="0"/>
                <a:t>、</a:t>
              </a:r>
              <a:r>
                <a:rPr lang="en-US" altLang="zh-CN" dirty="0"/>
                <a:t>extend()</a:t>
              </a:r>
              <a:r>
                <a:rPr lang="zh-CN" altLang="en-US" dirty="0"/>
                <a:t>和</a:t>
              </a:r>
              <a:r>
                <a:rPr lang="en-US" altLang="zh-CN" dirty="0"/>
                <a:t>insert</a:t>
              </a:r>
              <a:r>
                <a:rPr lang="zh-CN" altLang="en-US" dirty="0"/>
                <a:t>实现增加操作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CC23E9-76DE-4F1D-A819-82CF7C80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52" y="1469089"/>
            <a:ext cx="8778452" cy="196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4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范例：列表元素的修改操作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直接使用下标进行列表元素的修改操作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B1934C-B106-4225-90BB-1C9090D25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57" y="1374378"/>
            <a:ext cx="7836661" cy="3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clear()</a:t>
              </a:r>
              <a:r>
                <a:rPr lang="zh-CN" altLang="en-US" dirty="0"/>
                <a:t>、</a:t>
              </a:r>
              <a:r>
                <a:rPr lang="en-US" altLang="zh-CN" dirty="0"/>
                <a:t>pop()</a:t>
              </a:r>
              <a:r>
                <a:rPr lang="zh-CN" altLang="en-US" dirty="0"/>
                <a:t>和</a:t>
              </a:r>
              <a:r>
                <a:rPr lang="en-US" altLang="zh-CN" dirty="0"/>
                <a:t>remove()</a:t>
              </a:r>
              <a:r>
                <a:rPr lang="zh-CN" altLang="en-US" dirty="0"/>
                <a:t>实现删除操作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clear</a:t>
            </a:r>
            <a:r>
              <a:rPr lang="zh-CN" altLang="en-US" dirty="0"/>
              <a:t>（）清空列表，使用</a:t>
            </a:r>
            <a:r>
              <a:rPr lang="en-US" altLang="zh-CN" dirty="0"/>
              <a:t>pop</a:t>
            </a:r>
            <a:r>
              <a:rPr lang="zh-CN" altLang="en-US" dirty="0"/>
              <a:t>（）删除指定下标的元素并返回它的值，使用</a:t>
            </a:r>
            <a:r>
              <a:rPr lang="en-US" altLang="zh-CN" dirty="0"/>
              <a:t>remove</a:t>
            </a:r>
            <a:r>
              <a:rPr lang="zh-CN" altLang="en-US" dirty="0"/>
              <a:t>（）删除第一个匹配项。</a:t>
            </a:r>
            <a:r>
              <a:rPr lang="en-US" altLang="zh-CN" dirty="0"/>
              <a:t>pop</a:t>
            </a:r>
            <a:r>
              <a:rPr lang="zh-CN" altLang="en-US" dirty="0"/>
              <a:t>（）是按索引的下标进行删除，</a:t>
            </a:r>
            <a:r>
              <a:rPr lang="en-US" altLang="zh-CN" dirty="0"/>
              <a:t>remove</a:t>
            </a:r>
            <a:r>
              <a:rPr lang="zh-CN" altLang="en-US" dirty="0"/>
              <a:t>（）则是按元素的值进行删除。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272F74-F398-4797-99BA-BB27BCA4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2205376"/>
            <a:ext cx="7024578" cy="268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39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clear()</a:t>
              </a:r>
              <a:r>
                <a:rPr lang="zh-CN" altLang="en-US" dirty="0"/>
                <a:t>、</a:t>
              </a:r>
              <a:r>
                <a:rPr lang="en-US" altLang="zh-CN" dirty="0"/>
                <a:t>pop()</a:t>
              </a:r>
              <a:r>
                <a:rPr lang="zh-CN" altLang="en-US" dirty="0"/>
                <a:t>和</a:t>
              </a:r>
              <a:r>
                <a:rPr lang="en-US" altLang="zh-CN" dirty="0"/>
                <a:t>remove()</a:t>
              </a:r>
              <a:r>
                <a:rPr lang="zh-CN" altLang="en-US" dirty="0"/>
                <a:t>实现删除操作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B9288A-4090-43ED-BC5C-1E6C49D1D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4" y="1662362"/>
            <a:ext cx="8326415" cy="15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9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reverse()</a:t>
              </a:r>
              <a:r>
                <a:rPr lang="zh-CN" altLang="en-US" dirty="0"/>
                <a:t>和</a:t>
              </a:r>
              <a:r>
                <a:rPr lang="en-US" altLang="zh-CN" dirty="0"/>
                <a:t>sort()</a:t>
              </a:r>
              <a:r>
                <a:rPr lang="zh-CN" altLang="en-US" dirty="0"/>
                <a:t>实现反转和排序操作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reverse</a:t>
            </a:r>
            <a:r>
              <a:rPr lang="zh-CN" altLang="en-US" dirty="0"/>
              <a:t>（）实现元素的反转。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79EAC-3DB7-48EC-A7C5-4DFFD05D7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88" y="1503083"/>
            <a:ext cx="7108096" cy="26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44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reverse()</a:t>
              </a:r>
              <a:r>
                <a:rPr lang="zh-CN" altLang="en-US" dirty="0"/>
                <a:t>和</a:t>
              </a:r>
              <a:r>
                <a:rPr lang="en-US" altLang="zh-CN" dirty="0"/>
                <a:t>sort()</a:t>
              </a:r>
              <a:r>
                <a:rPr lang="zh-CN" altLang="en-US" dirty="0"/>
                <a:t>实现反转和排序操作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sort</a:t>
            </a:r>
            <a:r>
              <a:rPr lang="zh-CN" altLang="en-US" dirty="0"/>
              <a:t>（）可以对列表进行排序。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D816AF-B893-498E-BC52-F0189F168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366837"/>
            <a:ext cx="7594360" cy="343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68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范例：列表的</a:t>
              </a:r>
              <a:r>
                <a:rPr lang="en-US" altLang="zh-CN" dirty="0"/>
                <a:t>count()</a:t>
              </a:r>
              <a:r>
                <a:rPr lang="zh-CN" altLang="en-US" dirty="0"/>
                <a:t>、</a:t>
              </a:r>
              <a:r>
                <a:rPr lang="en-US" altLang="zh-CN" dirty="0"/>
                <a:t>index()</a:t>
              </a:r>
              <a:r>
                <a:rPr lang="zh-CN" altLang="en-US" dirty="0"/>
                <a:t>的操作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count</a:t>
            </a:r>
            <a:r>
              <a:rPr lang="zh-CN" altLang="en-US" dirty="0"/>
              <a:t>（）可计算列表的某个元素出现了多少次。</a:t>
            </a:r>
            <a:r>
              <a:rPr lang="en-US" altLang="zh-CN" dirty="0"/>
              <a:t>index</a:t>
            </a:r>
            <a:r>
              <a:rPr lang="zh-CN" altLang="en-US" dirty="0"/>
              <a:t>（）可以统计某个元素所对应的下标数字。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C95506-41A6-4218-B683-1AA481F7C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06" y="1799265"/>
            <a:ext cx="6735359" cy="286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4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1907705" y="830757"/>
            <a:ext cx="5976664" cy="2757714"/>
            <a:chOff x="2682707" y="1168053"/>
            <a:chExt cx="8404684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2682707" y="2333559"/>
              <a:ext cx="8404684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列表与字符串的相互转换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04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80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list()</a:t>
              </a:r>
              <a:r>
                <a:rPr lang="zh-CN" altLang="en-US" dirty="0"/>
                <a:t>和</a:t>
              </a:r>
              <a:r>
                <a:rPr lang="en-US" altLang="zh-CN" dirty="0"/>
                <a:t>split()</a:t>
              </a:r>
              <a:endParaRPr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列表与字符串之间可以相互转换，使用</a:t>
            </a:r>
            <a:r>
              <a:rPr lang="en-US" altLang="zh-CN" dirty="0"/>
              <a:t>list()</a:t>
            </a:r>
            <a:r>
              <a:rPr lang="zh-CN" altLang="en-US" dirty="0"/>
              <a:t>和</a:t>
            </a:r>
            <a:r>
              <a:rPr lang="en-US" altLang="zh-CN" dirty="0"/>
              <a:t>split()</a:t>
            </a:r>
            <a:r>
              <a:rPr lang="zh-CN" altLang="en-US" dirty="0"/>
              <a:t>将字符串转换为列表的方法，使用</a:t>
            </a:r>
            <a:r>
              <a:rPr lang="en-US" altLang="zh-CN" dirty="0"/>
              <a:t>join()</a:t>
            </a:r>
            <a:r>
              <a:rPr lang="zh-CN" altLang="en-US" dirty="0"/>
              <a:t>也可以把列表转换为字符串。</a:t>
            </a:r>
          </a:p>
        </p:txBody>
      </p:sp>
    </p:spTree>
    <p:extLst>
      <p:ext uri="{BB962C8B-B14F-4D97-AF65-F5344CB8AC3E}">
        <p14:creationId xmlns:p14="http://schemas.microsoft.com/office/powerpoint/2010/main" val="2216618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把字符串转换为列表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把字符串转换为列表时，可以自动分割，以空格分割，以逗号分割或者以其它指定的符号分割。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F4D734-71C1-4F53-A63F-6BB0CED30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4" y="1894519"/>
            <a:ext cx="6502888" cy="27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21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列表元素的遍历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05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02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使用</a:t>
              </a:r>
              <a:r>
                <a:rPr lang="en-US" altLang="zh-CN" dirty="0"/>
                <a:t>for </a:t>
              </a:r>
              <a:r>
                <a:rPr lang="zh-CN" altLang="en-US" dirty="0"/>
                <a:t>进行遍历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结合</a:t>
            </a:r>
            <a:r>
              <a:rPr lang="en-US" altLang="zh-CN" dirty="0"/>
              <a:t>for</a:t>
            </a:r>
            <a:r>
              <a:rPr lang="zh-CN" altLang="en-US" dirty="0"/>
              <a:t>循环和</a:t>
            </a:r>
            <a:r>
              <a:rPr lang="en-US" altLang="zh-CN" dirty="0"/>
              <a:t>in</a:t>
            </a:r>
            <a:r>
              <a:rPr lang="zh-CN" altLang="en-US" dirty="0"/>
              <a:t>可以快速遍历，也可以计算出列表的元素个数，使用</a:t>
            </a:r>
            <a:r>
              <a:rPr lang="en-US" altLang="zh-CN" dirty="0"/>
              <a:t>while</a:t>
            </a:r>
            <a:r>
              <a:rPr lang="zh-CN" altLang="en-US" dirty="0"/>
              <a:t>循环和列表的下标进行遍历。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AF1AD1-A6FC-409C-B78D-E83F90CA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85" y="1884588"/>
            <a:ext cx="53054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92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使用</a:t>
              </a:r>
              <a:r>
                <a:rPr lang="en-US" altLang="zh-CN" dirty="0"/>
                <a:t>while</a:t>
              </a:r>
              <a:r>
                <a:rPr lang="zh-CN" altLang="en-US" dirty="0"/>
                <a:t>和列表的下标进行遍历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while</a:t>
            </a:r>
            <a:r>
              <a:rPr lang="zh-CN" altLang="en-US" dirty="0"/>
              <a:t>循环和列表的下标进行遍历。相比较而言，使用</a:t>
            </a:r>
            <a:r>
              <a:rPr lang="en-US" altLang="zh-CN" dirty="0"/>
              <a:t>while</a:t>
            </a:r>
            <a:r>
              <a:rPr lang="zh-CN" altLang="en-US" dirty="0"/>
              <a:t>需要明确指定循环结束的条件。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F5D95C-ED1C-42D4-8AA5-3EE39C7E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3" y="1916766"/>
            <a:ext cx="8257075" cy="186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03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055687" y="2151572"/>
            <a:ext cx="303262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感谢聆听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27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PPT\十二月份\12-10"/>
  <p:tag name="ISPRING_PRESENTATION_TITLE" val="简约教师学期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heme/theme1.xml><?xml version="1.0" encoding="utf-8"?>
<a:theme xmlns:a="http://schemas.openxmlformats.org/drawingml/2006/main" name="第一PPT，www.1ppt.com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3F50"/>
      </a:accent1>
      <a:accent2>
        <a:srgbClr val="CA8F45"/>
      </a:accent2>
      <a:accent3>
        <a:srgbClr val="333F50"/>
      </a:accent3>
      <a:accent4>
        <a:srgbClr val="CA8F45"/>
      </a:accent4>
      <a:accent5>
        <a:srgbClr val="333F50"/>
      </a:accent5>
      <a:accent6>
        <a:srgbClr val="CA8F45"/>
      </a:accent6>
      <a:hlink>
        <a:srgbClr val="333F50"/>
      </a:hlink>
      <a:folHlink>
        <a:srgbClr val="CA8F45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1316</Words>
  <Application>Microsoft Office PowerPoint</Application>
  <PresentationFormat>全屏显示(16:9)</PresentationFormat>
  <Paragraphs>100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DengXian</vt:lpstr>
      <vt:lpstr>方正尚酷简体</vt:lpstr>
      <vt:lpstr>微软雅黑</vt:lpstr>
      <vt:lpstr>Arial</vt:lpstr>
      <vt:lpstr>Calibri</vt:lpstr>
      <vt:lpstr>Calibri Light</vt:lpstr>
      <vt:lpstr>第一PPT，www.1ppt.com</vt:lpstr>
      <vt:lpstr>1_第一PPT，www.1ppt.com</vt:lpstr>
      <vt:lpstr>PowerPoint 演示文稿</vt:lpstr>
      <vt:lpstr>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蓝色清爽寒假生活</dc:title>
  <dc:creator/>
  <cp:keywords>www.1ppt.com</cp:keywords>
  <dc:description>www.1ppt.com</dc:description>
  <cp:lastModifiedBy/>
  <cp:revision>1</cp:revision>
  <dcterms:created xsi:type="dcterms:W3CDTF">2017-04-05T10:58:25Z</dcterms:created>
  <dcterms:modified xsi:type="dcterms:W3CDTF">2025-09-04T07:22:37Z</dcterms:modified>
</cp:coreProperties>
</file>